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64" r:id="rId4"/>
    <p:sldId id="278" r:id="rId5"/>
    <p:sldId id="295" r:id="rId6"/>
    <p:sldId id="297" r:id="rId7"/>
    <p:sldId id="299" r:id="rId8"/>
    <p:sldId id="300" r:id="rId9"/>
    <p:sldId id="301" r:id="rId10"/>
    <p:sldId id="302" r:id="rId11"/>
    <p:sldId id="294" r:id="rId12"/>
    <p:sldId id="265" r:id="rId13"/>
    <p:sldId id="269" r:id="rId14"/>
    <p:sldId id="271" r:id="rId15"/>
    <p:sldId id="298" r:id="rId16"/>
    <p:sldId id="266" r:id="rId17"/>
    <p:sldId id="273" r:id="rId18"/>
    <p:sldId id="274" r:id="rId19"/>
    <p:sldId id="275" r:id="rId20"/>
    <p:sldId id="267" r:id="rId21"/>
    <p:sldId id="277" r:id="rId22"/>
    <p:sldId id="279" r:id="rId23"/>
    <p:sldId id="293" r:id="rId24"/>
    <p:sldId id="268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>
          <p15:clr>
            <a:srgbClr val="A4A3A4"/>
          </p15:clr>
        </p15:guide>
        <p15:guide id="2" pos="38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959B"/>
    <a:srgbClr val="E7D6CC"/>
    <a:srgbClr val="AD7B82"/>
    <a:srgbClr val="614F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0" d="100"/>
          <a:sy n="80" d="100"/>
        </p:scale>
        <p:origin x="754" y="67"/>
      </p:cViewPr>
      <p:guideLst>
        <p:guide orient="horz" pos="2155"/>
        <p:guide pos="38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Sheet1!$A$15</c:f>
              <c:strCache>
                <c:ptCount val="1"/>
                <c:pt idx="0">
                  <c:v>第一组</c:v>
                </c:pt>
              </c:strCache>
            </c:strRef>
          </c:tx>
          <c:spPr>
            <a:solidFill>
              <a:srgbClr val="E7D6C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Sheet1!$B$14:$C$14</c:f>
              <c:strCache>
                <c:ptCount val="2"/>
                <c:pt idx="0">
                  <c:v>产品A</c:v>
                </c:pt>
                <c:pt idx="1">
                  <c:v>产品B</c:v>
                </c:pt>
              </c:strCache>
            </c:strRef>
          </c:cat>
          <c:val>
            <c:numRef>
              <c:f>Sheet1!$B$15:$C$15</c:f>
              <c:numCache>
                <c:formatCode>General</c:formatCode>
                <c:ptCount val="2"/>
                <c:pt idx="0">
                  <c:v>133</c:v>
                </c:pt>
                <c:pt idx="1">
                  <c:v>152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7F-40A7-A4A8-F83591D7A48E}"/>
            </c:ext>
          </c:extLst>
        </c:ser>
        <c:ser>
          <c:idx val="1"/>
          <c:order val="1"/>
          <c:tx>
            <c:strRef>
              <c:f>Sheet1!$A$16</c:f>
              <c:strCache>
                <c:ptCount val="1"/>
                <c:pt idx="0">
                  <c:v>第二组</c:v>
                </c:pt>
              </c:strCache>
            </c:strRef>
          </c:tx>
          <c:spPr>
            <a:solidFill>
              <a:srgbClr val="BD959B"/>
            </a:solidFill>
            <a:ln>
              <a:noFill/>
            </a:ln>
            <a:effectLst/>
          </c:spPr>
          <c:invertIfNegative val="0"/>
          <c:cat>
            <c:strRef>
              <c:f>Sheet1!$B$14:$C$14</c:f>
              <c:strCache>
                <c:ptCount val="2"/>
                <c:pt idx="0">
                  <c:v>产品A</c:v>
                </c:pt>
                <c:pt idx="1">
                  <c:v>产品B</c:v>
                </c:pt>
              </c:strCache>
            </c:strRef>
          </c:cat>
          <c:val>
            <c:numRef>
              <c:f>Sheet1!$B$16:$C$16</c:f>
              <c:numCache>
                <c:formatCode>General</c:formatCode>
                <c:ptCount val="2"/>
                <c:pt idx="0">
                  <c:v>236</c:v>
                </c:pt>
                <c:pt idx="1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7F-40A7-A4A8-F83591D7A4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56679327"/>
        <c:axId val="256688895"/>
      </c:barChart>
      <c:catAx>
        <c:axId val="2566793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256688895"/>
        <c:crosses val="autoZero"/>
        <c:auto val="1"/>
        <c:lblAlgn val="ctr"/>
        <c:lblOffset val="100"/>
        <c:noMultiLvlLbl val="0"/>
      </c:catAx>
      <c:valAx>
        <c:axId val="256688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2566793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Sheet1!$A$15</c:f>
              <c:strCache>
                <c:ptCount val="1"/>
                <c:pt idx="0">
                  <c:v>第一组</c:v>
                </c:pt>
              </c:strCache>
            </c:strRef>
          </c:tx>
          <c:spPr>
            <a:solidFill>
              <a:srgbClr val="E7D6CC"/>
            </a:solidFill>
            <a:ln>
              <a:noFill/>
            </a:ln>
            <a:effectLst/>
          </c:spPr>
          <c:invertIfNegative val="0"/>
          <c:cat>
            <c:strRef>
              <c:f>Sheet1!$B$14:$C$14</c:f>
              <c:strCache>
                <c:ptCount val="2"/>
                <c:pt idx="0">
                  <c:v>产品A</c:v>
                </c:pt>
                <c:pt idx="1">
                  <c:v>产品B</c:v>
                </c:pt>
              </c:strCache>
            </c:strRef>
          </c:cat>
          <c:val>
            <c:numRef>
              <c:f>Sheet1!$B$15:$C$15</c:f>
              <c:numCache>
                <c:formatCode>General</c:formatCode>
                <c:ptCount val="2"/>
                <c:pt idx="0">
                  <c:v>96</c:v>
                </c:pt>
                <c:pt idx="1">
                  <c:v>126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7B-408B-8282-9B71F8AA89BE}"/>
            </c:ext>
          </c:extLst>
        </c:ser>
        <c:ser>
          <c:idx val="1"/>
          <c:order val="1"/>
          <c:tx>
            <c:strRef>
              <c:f>Sheet1!$A$16</c:f>
              <c:strCache>
                <c:ptCount val="1"/>
                <c:pt idx="0">
                  <c:v>第二组</c:v>
                </c:pt>
              </c:strCache>
            </c:strRef>
          </c:tx>
          <c:spPr>
            <a:solidFill>
              <a:srgbClr val="BD959B"/>
            </a:solidFill>
            <a:ln>
              <a:noFill/>
            </a:ln>
            <a:effectLst/>
          </c:spPr>
          <c:invertIfNegative val="0"/>
          <c:cat>
            <c:strRef>
              <c:f>Sheet1!$B$14:$C$14</c:f>
              <c:strCache>
                <c:ptCount val="2"/>
                <c:pt idx="0">
                  <c:v>产品A</c:v>
                </c:pt>
                <c:pt idx="1">
                  <c:v>产品B</c:v>
                </c:pt>
              </c:strCache>
            </c:strRef>
          </c:cat>
          <c:val>
            <c:numRef>
              <c:f>Sheet1!$B$16:$C$16</c:f>
              <c:numCache>
                <c:formatCode>General</c:formatCode>
                <c:ptCount val="2"/>
                <c:pt idx="0">
                  <c:v>236</c:v>
                </c:pt>
                <c:pt idx="1">
                  <c:v>153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7B-408B-8282-9B71F8AA89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56679327"/>
        <c:axId val="256688895"/>
      </c:barChart>
      <c:catAx>
        <c:axId val="2566793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256688895"/>
        <c:crosses val="autoZero"/>
        <c:auto val="1"/>
        <c:lblAlgn val="ctr"/>
        <c:lblOffset val="100"/>
        <c:noMultiLvlLbl val="0"/>
      </c:catAx>
      <c:valAx>
        <c:axId val="256688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2566793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BD959B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111-408D-9F81-9313B52482BA}"/>
              </c:ext>
            </c:extLst>
          </c:dPt>
          <c:dPt>
            <c:idx val="1"/>
            <c:bubble3D val="0"/>
            <c:spPr>
              <a:solidFill>
                <a:srgbClr val="D9D9D9">
                  <a:alpha val="10000"/>
                </a:srgb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111-408D-9F81-9313B52482B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111-408D-9F81-9313B52482B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111-408D-9F81-9313B52482BA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111-408D-9F81-9313B52482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4"/>
      </c:doughnutChart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BD959B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1F7-4532-9286-2B4D17AEF79F}"/>
              </c:ext>
            </c:extLst>
          </c:dPt>
          <c:dPt>
            <c:idx val="1"/>
            <c:bubble3D val="0"/>
            <c:spPr>
              <a:solidFill>
                <a:srgbClr val="D9D9D9">
                  <a:alpha val="10000"/>
                </a:srgb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1F7-4532-9286-2B4D17AEF79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1F7-4532-9286-2B4D17AEF79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1F7-4532-9286-2B4D17AEF79F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1F7-4532-9286-2B4D17AEF7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4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BD959B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92B-4D4B-B8CB-9E93B2E141DE}"/>
              </c:ext>
            </c:extLst>
          </c:dPt>
          <c:dPt>
            <c:idx val="1"/>
            <c:bubble3D val="0"/>
            <c:spPr>
              <a:solidFill>
                <a:srgbClr val="D9D9D9">
                  <a:alpha val="10000"/>
                </a:srgb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92B-4D4B-B8CB-9E93B2E141D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92B-4D4B-B8CB-9E93B2E141D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92B-4D4B-B8CB-9E93B2E141DE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92B-4D4B-B8CB-9E93B2E141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4"/>
      </c:doughnutChart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BD959B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1D1-466A-B012-02AD1C6ADD44}"/>
              </c:ext>
            </c:extLst>
          </c:dPt>
          <c:dPt>
            <c:idx val="1"/>
            <c:bubble3D val="0"/>
            <c:spPr>
              <a:solidFill>
                <a:srgbClr val="D9D9D9">
                  <a:alpha val="10000"/>
                </a:srgb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1D1-466A-B012-02AD1C6ADD4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1D1-466A-B012-02AD1C6ADD4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1D1-466A-B012-02AD1C6ADD44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1D1-466A-B012-02AD1C6ADD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4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Sheet1!$K$25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E7D6CC"/>
            </a:solidFill>
            <a:ln>
              <a:noFill/>
            </a:ln>
            <a:effectLst/>
          </c:spPr>
          <c:invertIfNegative val="0"/>
          <c:cat>
            <c:strRef>
              <c:f>Sheet1!$J$26:$J$28</c:f>
              <c:strCache>
                <c:ptCount val="3"/>
                <c:pt idx="0">
                  <c:v>产品A</c:v>
                </c:pt>
                <c:pt idx="1">
                  <c:v>产品B</c:v>
                </c:pt>
                <c:pt idx="2">
                  <c:v>产品C</c:v>
                </c:pt>
              </c:strCache>
            </c:strRef>
          </c:cat>
          <c:val>
            <c:numRef>
              <c:f>Sheet1!$K$26:$K$28</c:f>
              <c:numCache>
                <c:formatCode>General</c:formatCode>
                <c:ptCount val="3"/>
                <c:pt idx="0">
                  <c:v>23</c:v>
                </c:pt>
                <c:pt idx="1">
                  <c:v>45</c:v>
                </c:pt>
                <c:pt idx="2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08-4CD9-B22B-2AFC8BB148CB}"/>
            </c:ext>
          </c:extLst>
        </c:ser>
        <c:ser>
          <c:idx val="1"/>
          <c:order val="1"/>
          <c:tx>
            <c:strRef>
              <c:f>Sheet1!$L$25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rgbClr val="BD959B"/>
            </a:solidFill>
            <a:ln>
              <a:noFill/>
            </a:ln>
            <a:effectLst/>
          </c:spPr>
          <c:invertIfNegative val="0"/>
          <c:cat>
            <c:strRef>
              <c:f>Sheet1!$J$26:$J$28</c:f>
              <c:strCache>
                <c:ptCount val="3"/>
                <c:pt idx="0">
                  <c:v>产品A</c:v>
                </c:pt>
                <c:pt idx="1">
                  <c:v>产品B</c:v>
                </c:pt>
                <c:pt idx="2">
                  <c:v>产品C</c:v>
                </c:pt>
              </c:strCache>
            </c:strRef>
          </c:cat>
          <c:val>
            <c:numRef>
              <c:f>Sheet1!$L$26:$L$28</c:f>
              <c:numCache>
                <c:formatCode>General</c:formatCode>
                <c:ptCount val="3"/>
                <c:pt idx="0">
                  <c:v>26</c:v>
                </c:pt>
                <c:pt idx="1">
                  <c:v>39</c:v>
                </c:pt>
                <c:pt idx="2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08-4CD9-B22B-2AFC8BB148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91094127"/>
        <c:axId val="191092879"/>
      </c:barChart>
      <c:catAx>
        <c:axId val="1910941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91092879"/>
        <c:crosses val="autoZero"/>
        <c:auto val="1"/>
        <c:lblAlgn val="ctr"/>
        <c:lblOffset val="100"/>
        <c:noMultiLvlLbl val="0"/>
      </c:catAx>
      <c:valAx>
        <c:axId val="19109287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910941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2026-10-31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2026-10-31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96F-D6B8-4C5E-853C-2884AE78389E}" type="datetimeFigureOut">
              <a:rPr lang="zh-CN" altLang="en-US" smtClean="0"/>
              <a:t>2026-10-31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A8D3-8CB1-4C0C-902A-6F0A476F3C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/>
          <p:cNvGrpSpPr/>
          <p:nvPr userDrawn="1"/>
        </p:nvGrpSpPr>
        <p:grpSpPr>
          <a:xfrm>
            <a:off x="-1121138" y="2574593"/>
            <a:ext cx="5411411" cy="5704425"/>
            <a:chOff x="-1132836" y="2201514"/>
            <a:chExt cx="5879619" cy="6197985"/>
          </a:xfrm>
        </p:grpSpPr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170" r="15675" b="48107"/>
            <a:stretch>
              <a:fillRect/>
            </a:stretch>
          </p:blipFill>
          <p:spPr>
            <a:xfrm rot="3342174">
              <a:off x="-2007412" y="3521101"/>
              <a:ext cx="6197985" cy="3558812"/>
            </a:xfrm>
            <a:custGeom>
              <a:avLst/>
              <a:gdLst>
                <a:gd name="connsiteX0" fmla="*/ 0 w 6197985"/>
                <a:gd name="connsiteY0" fmla="*/ 986969 h 3558812"/>
                <a:gd name="connsiteX1" fmla="*/ 673191 w 6197985"/>
                <a:gd name="connsiteY1" fmla="*/ 0 h 3558812"/>
                <a:gd name="connsiteX2" fmla="*/ 6197985 w 6197985"/>
                <a:gd name="connsiteY2" fmla="*/ 0 h 3558812"/>
                <a:gd name="connsiteX3" fmla="*/ 3770592 w 6197985"/>
                <a:gd name="connsiteY3" fmla="*/ 3558812 h 3558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7985" h="3558812">
                  <a:moveTo>
                    <a:pt x="0" y="986969"/>
                  </a:moveTo>
                  <a:lnTo>
                    <a:pt x="673191" y="0"/>
                  </a:lnTo>
                  <a:lnTo>
                    <a:pt x="6197985" y="0"/>
                  </a:lnTo>
                  <a:lnTo>
                    <a:pt x="3770592" y="3558812"/>
                  </a:lnTo>
                  <a:close/>
                </a:path>
              </a:pathLst>
            </a:custGeom>
          </p:spPr>
        </p:pic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6" b="61153"/>
            <a:stretch>
              <a:fillRect/>
            </a:stretch>
          </p:blipFill>
          <p:spPr>
            <a:xfrm rot="1121019">
              <a:off x="-462307" y="5496573"/>
              <a:ext cx="5209090" cy="2029407"/>
            </a:xfrm>
            <a:custGeom>
              <a:avLst/>
              <a:gdLst>
                <a:gd name="connsiteX0" fmla="*/ 0 w 5209090"/>
                <a:gd name="connsiteY0" fmla="*/ 0 h 2029407"/>
                <a:gd name="connsiteX1" fmla="*/ 5209090 w 5209090"/>
                <a:gd name="connsiteY1" fmla="*/ 0 h 2029407"/>
                <a:gd name="connsiteX2" fmla="*/ 5209090 w 5209090"/>
                <a:gd name="connsiteY2" fmla="*/ 499955 h 2029407"/>
                <a:gd name="connsiteX3" fmla="*/ 686271 w 5209090"/>
                <a:gd name="connsiteY3" fmla="*/ 2029407 h 202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09090" h="2029407">
                  <a:moveTo>
                    <a:pt x="0" y="0"/>
                  </a:moveTo>
                  <a:lnTo>
                    <a:pt x="5209090" y="0"/>
                  </a:lnTo>
                  <a:lnTo>
                    <a:pt x="5209090" y="499955"/>
                  </a:lnTo>
                  <a:lnTo>
                    <a:pt x="686271" y="2029407"/>
                  </a:lnTo>
                  <a:close/>
                </a:path>
              </a:pathLst>
            </a:custGeom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890" r="44174"/>
            <a:stretch>
              <a:fillRect/>
            </a:stretch>
          </p:blipFill>
          <p:spPr>
            <a:xfrm rot="12387385">
              <a:off x="-1132836" y="3335727"/>
              <a:ext cx="4871864" cy="3940275"/>
            </a:xfrm>
            <a:custGeom>
              <a:avLst/>
              <a:gdLst>
                <a:gd name="connsiteX0" fmla="*/ 4871864 w 4871864"/>
                <a:gd name="connsiteY0" fmla="*/ 3940275 h 3940275"/>
                <a:gd name="connsiteX1" fmla="*/ 261542 w 4871864"/>
                <a:gd name="connsiteY1" fmla="*/ 3940275 h 3940275"/>
                <a:gd name="connsiteX2" fmla="*/ 0 w 4871864"/>
                <a:gd name="connsiteY2" fmla="*/ 3414702 h 3940275"/>
                <a:gd name="connsiteX3" fmla="*/ 0 w 4871864"/>
                <a:gd name="connsiteY3" fmla="*/ 1448636 h 3940275"/>
                <a:gd name="connsiteX4" fmla="*/ 2911057 w 4871864"/>
                <a:gd name="connsiteY4" fmla="*/ 0 h 394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71864" h="3940275">
                  <a:moveTo>
                    <a:pt x="4871864" y="3940275"/>
                  </a:moveTo>
                  <a:lnTo>
                    <a:pt x="261542" y="3940275"/>
                  </a:lnTo>
                  <a:lnTo>
                    <a:pt x="0" y="3414702"/>
                  </a:lnTo>
                  <a:lnTo>
                    <a:pt x="0" y="1448636"/>
                  </a:lnTo>
                  <a:lnTo>
                    <a:pt x="2911057" y="0"/>
                  </a:lnTo>
                  <a:close/>
                </a:path>
              </a:pathLst>
            </a:custGeom>
          </p:spPr>
        </p:pic>
      </p:grpSp>
      <p:pic>
        <p:nvPicPr>
          <p:cNvPr id="43" name="图片 4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96" t="65583" r="33190"/>
          <a:stretch>
            <a:fillRect/>
          </a:stretch>
        </p:blipFill>
        <p:spPr>
          <a:xfrm rot="1121019">
            <a:off x="8943135" y="-413615"/>
            <a:ext cx="3694133" cy="2172243"/>
          </a:xfrm>
          <a:custGeom>
            <a:avLst/>
            <a:gdLst>
              <a:gd name="connsiteX0" fmla="*/ 0 w 3694133"/>
              <a:gd name="connsiteY0" fmla="*/ 1000814 h 2172243"/>
              <a:gd name="connsiteX1" fmla="*/ 2959560 w 3694133"/>
              <a:gd name="connsiteY1" fmla="*/ 0 h 2172243"/>
              <a:gd name="connsiteX2" fmla="*/ 3694133 w 3694133"/>
              <a:gd name="connsiteY2" fmla="*/ 2172243 h 2172243"/>
              <a:gd name="connsiteX3" fmla="*/ 396134 w 3694133"/>
              <a:gd name="connsiteY3" fmla="*/ 2172243 h 2172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94133" h="2172243">
                <a:moveTo>
                  <a:pt x="0" y="1000814"/>
                </a:moveTo>
                <a:lnTo>
                  <a:pt x="2959560" y="0"/>
                </a:lnTo>
                <a:lnTo>
                  <a:pt x="3694133" y="2172243"/>
                </a:lnTo>
                <a:lnTo>
                  <a:pt x="396134" y="2172243"/>
                </a:lnTo>
                <a:close/>
              </a:path>
            </a:pathLst>
          </a:custGeom>
        </p:spPr>
      </p:pic>
      <p:pic>
        <p:nvPicPr>
          <p:cNvPr id="45" name="图片 4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815" b="36705"/>
          <a:stretch>
            <a:fillRect/>
          </a:stretch>
        </p:blipFill>
        <p:spPr>
          <a:xfrm rot="18175899">
            <a:off x="9361656" y="61515"/>
            <a:ext cx="4420659" cy="4340742"/>
          </a:xfrm>
          <a:custGeom>
            <a:avLst/>
            <a:gdLst>
              <a:gd name="connsiteX0" fmla="*/ 3463713 w 4420659"/>
              <a:gd name="connsiteY0" fmla="*/ 0 h 4340742"/>
              <a:gd name="connsiteX1" fmla="*/ 4420659 w 4420659"/>
              <a:gd name="connsiteY1" fmla="*/ 1477424 h 4340742"/>
              <a:gd name="connsiteX2" fmla="*/ 0 w 4420659"/>
              <a:gd name="connsiteY2" fmla="*/ 4340742 h 4340742"/>
              <a:gd name="connsiteX3" fmla="*/ 0 w 4420659"/>
              <a:gd name="connsiteY3" fmla="*/ 1269087 h 4340742"/>
              <a:gd name="connsiteX4" fmla="*/ 1959336 w 4420659"/>
              <a:gd name="connsiteY4" fmla="*/ 0 h 4340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20659" h="4340742">
                <a:moveTo>
                  <a:pt x="3463713" y="0"/>
                </a:moveTo>
                <a:lnTo>
                  <a:pt x="4420659" y="1477424"/>
                </a:lnTo>
                <a:lnTo>
                  <a:pt x="0" y="4340742"/>
                </a:lnTo>
                <a:lnTo>
                  <a:pt x="0" y="1269087"/>
                </a:lnTo>
                <a:lnTo>
                  <a:pt x="1959336" y="0"/>
                </a:lnTo>
                <a:close/>
              </a:path>
            </a:pathLst>
          </a:custGeom>
        </p:spPr>
      </p:pic>
      <p:pic>
        <p:nvPicPr>
          <p:cNvPr id="36" name="图片 3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8" b="16470"/>
          <a:stretch>
            <a:fillRect/>
          </a:stretch>
        </p:blipFill>
        <p:spPr>
          <a:xfrm rot="12387385">
            <a:off x="9628537" y="-53436"/>
            <a:ext cx="3808638" cy="4694511"/>
          </a:xfrm>
          <a:custGeom>
            <a:avLst/>
            <a:gdLst>
              <a:gd name="connsiteX0" fmla="*/ 3808638 w 3808638"/>
              <a:gd name="connsiteY0" fmla="*/ 3961748 h 4694511"/>
              <a:gd name="connsiteX1" fmla="*/ 2336140 w 3808638"/>
              <a:gd name="connsiteY1" fmla="*/ 4694511 h 4694511"/>
              <a:gd name="connsiteX2" fmla="*/ 0 w 3808638"/>
              <a:gd name="connsiteY2" fmla="*/ 0 h 4694511"/>
              <a:gd name="connsiteX3" fmla="*/ 2525039 w 3808638"/>
              <a:gd name="connsiteY3" fmla="*/ 0 h 4694511"/>
              <a:gd name="connsiteX4" fmla="*/ 3808638 w 3808638"/>
              <a:gd name="connsiteY4" fmla="*/ 2579413 h 4694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8638" h="4694511">
                <a:moveTo>
                  <a:pt x="3808638" y="3961748"/>
                </a:moveTo>
                <a:lnTo>
                  <a:pt x="2336140" y="4694511"/>
                </a:lnTo>
                <a:lnTo>
                  <a:pt x="0" y="0"/>
                </a:lnTo>
                <a:lnTo>
                  <a:pt x="2525039" y="0"/>
                </a:lnTo>
                <a:lnTo>
                  <a:pt x="3808638" y="2579413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25" b="21111"/>
          <a:stretch>
            <a:fillRect/>
          </a:stretch>
        </p:blipFill>
        <p:spPr>
          <a:xfrm>
            <a:off x="0" y="1447800"/>
            <a:ext cx="5673296" cy="5410200"/>
          </a:xfrm>
          <a:custGeom>
            <a:avLst/>
            <a:gdLst>
              <a:gd name="connsiteX0" fmla="*/ 0 w 5673296"/>
              <a:gd name="connsiteY0" fmla="*/ 0 h 5410200"/>
              <a:gd name="connsiteX1" fmla="*/ 5673296 w 5673296"/>
              <a:gd name="connsiteY1" fmla="*/ 0 h 5410200"/>
              <a:gd name="connsiteX2" fmla="*/ 5673296 w 5673296"/>
              <a:gd name="connsiteY2" fmla="*/ 5410200 h 5410200"/>
              <a:gd name="connsiteX3" fmla="*/ 0 w 5673296"/>
              <a:gd name="connsiteY3" fmla="*/ 5410200 h 541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73296" h="5410200">
                <a:moveTo>
                  <a:pt x="0" y="0"/>
                </a:moveTo>
                <a:lnTo>
                  <a:pt x="5673296" y="0"/>
                </a:lnTo>
                <a:lnTo>
                  <a:pt x="5673296" y="5410200"/>
                </a:lnTo>
                <a:lnTo>
                  <a:pt x="0" y="5410200"/>
                </a:lnTo>
                <a:close/>
              </a:path>
            </a:pathLst>
          </a:cu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0" r="21666" b="43667"/>
          <a:stretch>
            <a:fillRect/>
          </a:stretch>
        </p:blipFill>
        <p:spPr>
          <a:xfrm rot="7785519">
            <a:off x="-2949703" y="-562058"/>
            <a:ext cx="9172618" cy="4986427"/>
          </a:xfrm>
          <a:custGeom>
            <a:avLst/>
            <a:gdLst>
              <a:gd name="connsiteX0" fmla="*/ 4148442 w 9172618"/>
              <a:gd name="connsiteY0" fmla="*/ 4986427 h 4986427"/>
              <a:gd name="connsiteX1" fmla="*/ 0 w 9172618"/>
              <a:gd name="connsiteY1" fmla="*/ 0 h 4986427"/>
              <a:gd name="connsiteX2" fmla="*/ 8501586 w 9172618"/>
              <a:gd name="connsiteY2" fmla="*/ 0 h 4986427"/>
              <a:gd name="connsiteX3" fmla="*/ 9172618 w 9172618"/>
              <a:gd name="connsiteY3" fmla="*/ 806580 h 4986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72618" h="4986427">
                <a:moveTo>
                  <a:pt x="4148442" y="4986427"/>
                </a:moveTo>
                <a:lnTo>
                  <a:pt x="0" y="0"/>
                </a:lnTo>
                <a:lnTo>
                  <a:pt x="8501586" y="0"/>
                </a:lnTo>
                <a:lnTo>
                  <a:pt x="9172618" y="806580"/>
                </a:lnTo>
                <a:close/>
              </a:path>
            </a:pathLst>
          </a:cu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38" t="23704"/>
          <a:stretch>
            <a:fillRect/>
          </a:stretch>
        </p:blipFill>
        <p:spPr>
          <a:xfrm>
            <a:off x="0" y="0"/>
            <a:ext cx="1752637" cy="5232400"/>
          </a:xfrm>
          <a:custGeom>
            <a:avLst/>
            <a:gdLst>
              <a:gd name="connsiteX0" fmla="*/ 0 w 1752637"/>
              <a:gd name="connsiteY0" fmla="*/ 0 h 5232400"/>
              <a:gd name="connsiteX1" fmla="*/ 1752637 w 1752637"/>
              <a:gd name="connsiteY1" fmla="*/ 0 h 5232400"/>
              <a:gd name="connsiteX2" fmla="*/ 1752637 w 1752637"/>
              <a:gd name="connsiteY2" fmla="*/ 5232400 h 5232400"/>
              <a:gd name="connsiteX3" fmla="*/ 0 w 1752637"/>
              <a:gd name="connsiteY3" fmla="*/ 5232400 h 523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2637" h="5232400">
                <a:moveTo>
                  <a:pt x="0" y="0"/>
                </a:moveTo>
                <a:lnTo>
                  <a:pt x="1752637" y="0"/>
                </a:lnTo>
                <a:lnTo>
                  <a:pt x="1752637" y="5232400"/>
                </a:lnTo>
                <a:lnTo>
                  <a:pt x="0" y="5232400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7396F-D6B8-4C5E-853C-2884AE78389E}" type="datetimeFigureOut">
              <a:rPr lang="zh-CN" altLang="en-US" smtClean="0"/>
              <a:t>2026-10-31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C7A8D3-8CB1-4C0C-902A-6F0A476F3C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/>
          <p:cNvSpPr/>
          <p:nvPr/>
        </p:nvSpPr>
        <p:spPr>
          <a:xfrm>
            <a:off x="5003690" y="3971238"/>
            <a:ext cx="2194632" cy="353943"/>
          </a:xfrm>
          <a:prstGeom prst="roundRect">
            <a:avLst>
              <a:gd name="adj" fmla="val 50000"/>
            </a:avLst>
          </a:prstGeom>
          <a:solidFill>
            <a:srgbClr val="BD9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AD7B82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271862" y="2586096"/>
            <a:ext cx="56463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TCAD</a:t>
            </a:r>
            <a:r>
              <a:rPr lang="zh-CN" altLang="en-US" sz="4800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工艺仿真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900445" y="3402213"/>
            <a:ext cx="6417040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衬底硅：</a:t>
            </a:r>
            <a:r>
              <a:rPr lang="en-US" altLang="zh-CN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7nm</a:t>
            </a:r>
            <a:r>
              <a:rPr lang="zh-CN" altLang="en-US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</a:t>
            </a:r>
            <a:endParaRPr lang="en-US" altLang="zh-CN" dirty="0">
              <a:solidFill>
                <a:srgbClr val="AD7B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142230" y="3979545"/>
            <a:ext cx="19335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 ：李宗阳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32"/>
          <p:cNvSpPr txBox="1"/>
          <p:nvPr/>
        </p:nvSpPr>
        <p:spPr>
          <a:xfrm>
            <a:off x="2684676" y="2335673"/>
            <a:ext cx="148561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</a:p>
        </p:txBody>
      </p:sp>
      <p:sp>
        <p:nvSpPr>
          <p:cNvPr id="12" name="PA_文本框 2"/>
          <p:cNvSpPr txBox="1"/>
          <p:nvPr/>
        </p:nvSpPr>
        <p:spPr>
          <a:xfrm>
            <a:off x="2408027" y="1482349"/>
            <a:ext cx="1982964" cy="95313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600" b="0" dirty="0">
                <a:solidFill>
                  <a:srgbClr val="AD7B82"/>
                </a:solidFill>
                <a:latin typeface="方正悠宋体加粗" panose="02010600010101010101" charset="-122"/>
                <a:ea typeface="方正悠宋体加粗" panose="02010600010101010101" charset="-122"/>
                <a:cs typeface="+mn-ea"/>
                <a:sym typeface="+mn-lt"/>
              </a:rPr>
              <a:t>目录</a:t>
            </a:r>
            <a:endParaRPr lang="en-US" sz="5600" b="0" dirty="0">
              <a:solidFill>
                <a:srgbClr val="AD7B82"/>
              </a:solidFill>
              <a:latin typeface="方正悠宋体加粗" panose="02010600010101010101" charset="-122"/>
              <a:ea typeface="方正悠宋体加粗" panose="02010600010101010101" charset="-122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210425" y="1994535"/>
            <a:ext cx="394970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600" dirty="0" err="1">
                <a:solidFill>
                  <a:srgbClr val="AD7B82"/>
                </a:solidFill>
                <a:latin typeface="方正悠宋体加粗" panose="02010600010101010101" charset="-122"/>
                <a:ea typeface="方正悠宋体加粗" panose="02010600010101010101" charset="-122"/>
                <a:cs typeface="+mn-ea"/>
                <a:sym typeface="+mn-lt"/>
              </a:rPr>
              <a:t>FinFET</a:t>
            </a:r>
            <a:r>
              <a:rPr lang="zh-CN" altLang="en-US" sz="2600" dirty="0">
                <a:solidFill>
                  <a:srgbClr val="AD7B82"/>
                </a:solidFill>
                <a:latin typeface="方正悠宋体加粗" panose="02010600010101010101" charset="-122"/>
                <a:ea typeface="方正悠宋体加粗" panose="02010600010101010101" charset="-122"/>
                <a:cs typeface="+mn-ea"/>
                <a:sym typeface="+mn-lt"/>
              </a:rPr>
              <a:t>工艺仿真</a:t>
            </a:r>
          </a:p>
        </p:txBody>
      </p:sp>
      <p:sp>
        <p:nvSpPr>
          <p:cNvPr id="14" name="椭圆 13"/>
          <p:cNvSpPr/>
          <p:nvPr/>
        </p:nvSpPr>
        <p:spPr>
          <a:xfrm>
            <a:off x="6338312" y="1906130"/>
            <a:ext cx="633911" cy="633911"/>
          </a:xfrm>
          <a:prstGeom prst="ellipse">
            <a:avLst/>
          </a:prstGeom>
          <a:solidFill>
            <a:srgbClr val="AD7B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AD7B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394004" y="2040925"/>
            <a:ext cx="51572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210425" y="3123565"/>
            <a:ext cx="395033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i="0" u="none" strike="noStrike" kern="1200" cap="none" spc="0" normalizeH="0" baseline="0" noProof="0" dirty="0">
                <a:ln>
                  <a:noFill/>
                </a:ln>
                <a:solidFill>
                  <a:srgbClr val="AD7B82"/>
                </a:solidFill>
                <a:effectLst/>
                <a:uLnTx/>
                <a:uFillTx/>
                <a:latin typeface="方正悠宋体加粗" panose="02010600010101010101" charset="-122"/>
                <a:ea typeface="方正悠宋体加粗" panose="02010600010101010101" charset="-122"/>
                <a:cs typeface="+mn-ea"/>
                <a:sym typeface="+mn-lt"/>
              </a:rPr>
              <a:t>二维器件工艺仿真</a:t>
            </a:r>
          </a:p>
        </p:txBody>
      </p:sp>
      <p:sp>
        <p:nvSpPr>
          <p:cNvPr id="18" name="椭圆 17"/>
          <p:cNvSpPr/>
          <p:nvPr/>
        </p:nvSpPr>
        <p:spPr>
          <a:xfrm>
            <a:off x="6338312" y="3035127"/>
            <a:ext cx="633911" cy="633911"/>
          </a:xfrm>
          <a:prstGeom prst="ellipse">
            <a:avLst/>
          </a:prstGeom>
          <a:solidFill>
            <a:srgbClr val="AD7B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AD7B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394004" y="3169922"/>
            <a:ext cx="51572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210425" y="4231640"/>
            <a:ext cx="395033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i="0" u="none" strike="noStrike" kern="1200" cap="none" spc="0" normalizeH="0" baseline="0" noProof="0" dirty="0">
                <a:ln>
                  <a:noFill/>
                </a:ln>
                <a:solidFill>
                  <a:srgbClr val="AD7B82"/>
                </a:solidFill>
                <a:effectLst/>
                <a:uLnTx/>
                <a:uFillTx/>
                <a:latin typeface="方正悠宋体加粗" panose="02010600010101010101" charset="-122"/>
                <a:ea typeface="方正悠宋体加粗" panose="02010600010101010101" charset="-122"/>
                <a:cs typeface="+mn-ea"/>
                <a:sym typeface="+mn-lt"/>
              </a:rPr>
              <a:t>总结</a:t>
            </a:r>
          </a:p>
        </p:txBody>
      </p:sp>
      <p:sp>
        <p:nvSpPr>
          <p:cNvPr id="22" name="椭圆 21"/>
          <p:cNvSpPr/>
          <p:nvPr/>
        </p:nvSpPr>
        <p:spPr>
          <a:xfrm>
            <a:off x="6338312" y="4171710"/>
            <a:ext cx="633911" cy="633911"/>
          </a:xfrm>
          <a:prstGeom prst="ellipse">
            <a:avLst/>
          </a:prstGeom>
          <a:solidFill>
            <a:srgbClr val="AD7B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AD7B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394004" y="4306505"/>
            <a:ext cx="51572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A_文本框 2"/>
          <p:cNvSpPr txBox="1"/>
          <p:nvPr>
            <p:custDataLst>
              <p:tags r:id="rId1"/>
            </p:custDataLst>
          </p:nvPr>
        </p:nvSpPr>
        <p:spPr>
          <a:xfrm>
            <a:off x="3225042" y="2557784"/>
            <a:ext cx="5768922" cy="90364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sz="4800" b="0" dirty="0" err="1">
                <a:solidFill>
                  <a:srgbClr val="AD7B82"/>
                </a:solidFill>
                <a:latin typeface="方正悠宋体加粗" panose="02010600010101010101" charset="-122"/>
                <a:ea typeface="方正悠宋体加粗" panose="02010600010101010101" charset="-122"/>
                <a:cs typeface="+mn-ea"/>
                <a:sym typeface="+mn-lt"/>
              </a:rPr>
              <a:t>FinFET</a:t>
            </a:r>
            <a:r>
              <a:rPr lang="zh-CN" altLang="en-US" sz="4800" b="0" dirty="0">
                <a:solidFill>
                  <a:srgbClr val="AD7B82"/>
                </a:solidFill>
                <a:latin typeface="方正悠宋体加粗" panose="02010600010101010101" charset="-122"/>
                <a:ea typeface="方正悠宋体加粗" panose="02010600010101010101" charset="-122"/>
                <a:cs typeface="+mn-ea"/>
                <a:sym typeface="+mn-lt"/>
              </a:rPr>
              <a:t>工艺仿真</a:t>
            </a:r>
          </a:p>
        </p:txBody>
      </p:sp>
      <p:sp>
        <p:nvSpPr>
          <p:cNvPr id="24" name="圆角矩形 23"/>
          <p:cNvSpPr/>
          <p:nvPr/>
        </p:nvSpPr>
        <p:spPr>
          <a:xfrm>
            <a:off x="5037995" y="4505369"/>
            <a:ext cx="2142450" cy="401418"/>
          </a:xfrm>
          <a:prstGeom prst="roundRect">
            <a:avLst>
              <a:gd name="adj" fmla="val 50000"/>
            </a:avLst>
          </a:prstGeom>
          <a:solidFill>
            <a:srgbClr val="BD9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spc="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PART.01</a:t>
            </a:r>
            <a:endParaRPr lang="zh-CN" altLang="en-US" sz="1600" spc="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28601" y="933254"/>
            <a:ext cx="11744324" cy="4515355"/>
          </a:xfrm>
          <a:prstGeom prst="rect">
            <a:avLst/>
          </a:prstGeom>
          <a:solidFill>
            <a:srgbClr val="BD9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1"/>
          <p:cNvSpPr txBox="1">
            <a:spLocks noChangeArrowheads="1"/>
          </p:cNvSpPr>
          <p:nvPr/>
        </p:nvSpPr>
        <p:spPr bwMode="auto">
          <a:xfrm>
            <a:off x="7647626" y="5675356"/>
            <a:ext cx="262191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lvl="0" algn="ctr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刻蚀沉底，生长绝缘层</a:t>
            </a:r>
          </a:p>
        </p:txBody>
      </p:sp>
      <p:sp>
        <p:nvSpPr>
          <p:cNvPr id="14" name="1"/>
          <p:cNvSpPr txBox="1">
            <a:spLocks noChangeArrowheads="1"/>
          </p:cNvSpPr>
          <p:nvPr/>
        </p:nvSpPr>
        <p:spPr bwMode="auto">
          <a:xfrm>
            <a:off x="2487884" y="5682741"/>
            <a:ext cx="151751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lvl="0" algn="ctr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衬底硅生成</a:t>
            </a:r>
          </a:p>
        </p:txBody>
      </p:sp>
      <p:sp>
        <p:nvSpPr>
          <p:cNvPr id="15" name="1"/>
          <p:cNvSpPr txBox="1">
            <a:spLocks noChangeArrowheads="1"/>
          </p:cNvSpPr>
          <p:nvPr/>
        </p:nvSpPr>
        <p:spPr bwMode="auto">
          <a:xfrm>
            <a:off x="1802118" y="6061721"/>
            <a:ext cx="2889049" cy="325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沉底硅尺寸：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0.15 * 0.09 * 0.45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7206" y="400332"/>
            <a:ext cx="1616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工艺仿真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419341" y="406474"/>
            <a:ext cx="448931" cy="430596"/>
            <a:chOff x="419341" y="406474"/>
            <a:chExt cx="448931" cy="430596"/>
          </a:xfrm>
        </p:grpSpPr>
        <p:sp>
          <p:nvSpPr>
            <p:cNvPr id="18" name="椭圆 17"/>
            <p:cNvSpPr/>
            <p:nvPr/>
          </p:nvSpPr>
          <p:spPr>
            <a:xfrm>
              <a:off x="419341" y="424806"/>
              <a:ext cx="412264" cy="412264"/>
            </a:xfrm>
            <a:prstGeom prst="ellipse">
              <a:avLst/>
            </a:prstGeom>
            <a:solidFill>
              <a:srgbClr val="BD95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662140" y="406474"/>
              <a:ext cx="206132" cy="206132"/>
            </a:xfrm>
            <a:prstGeom prst="ellipse">
              <a:avLst/>
            </a:prstGeom>
            <a:solidFill>
              <a:srgbClr val="E7D6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EFA37D07-3682-CD9B-1D90-0052F570F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15" y="1182645"/>
            <a:ext cx="5492861" cy="385890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6F9C284-4306-5428-E404-3BF4AA54CF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151" y="1182644"/>
            <a:ext cx="5492861" cy="3858909"/>
          </a:xfrm>
          <a:prstGeom prst="rect">
            <a:avLst/>
          </a:prstGeom>
        </p:spPr>
      </p:pic>
      <p:sp>
        <p:nvSpPr>
          <p:cNvPr id="20" name="1">
            <a:extLst>
              <a:ext uri="{FF2B5EF4-FFF2-40B4-BE49-F238E27FC236}">
                <a16:creationId xmlns:a16="http://schemas.microsoft.com/office/drawing/2014/main" id="{5682B767-CFFC-B742-A142-D8B9DEE8A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4951" y="400332"/>
            <a:ext cx="4313549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cs typeface="+mn-ea"/>
                <a:sym typeface="+mn-lt"/>
              </a:rPr>
              <a:t>仿真环境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：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Silvaco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 Victory Process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E31FB-6CE9-9DFC-13A8-54D58CFAC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ED0C96A-4218-07D9-F208-2F9624774119}"/>
              </a:ext>
            </a:extLst>
          </p:cNvPr>
          <p:cNvSpPr/>
          <p:nvPr/>
        </p:nvSpPr>
        <p:spPr>
          <a:xfrm>
            <a:off x="228601" y="933254"/>
            <a:ext cx="11744324" cy="4515355"/>
          </a:xfrm>
          <a:prstGeom prst="rect">
            <a:avLst/>
          </a:prstGeom>
          <a:solidFill>
            <a:srgbClr val="BD9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1">
            <a:extLst>
              <a:ext uri="{FF2B5EF4-FFF2-40B4-BE49-F238E27FC236}">
                <a16:creationId xmlns:a16="http://schemas.microsoft.com/office/drawing/2014/main" id="{E1338A72-FBEE-89AC-32A6-6B9CFBBFD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7626" y="5675356"/>
            <a:ext cx="262191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lvl="0" algn="ctr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多晶硅栅沉积与刻蚀</a:t>
            </a:r>
          </a:p>
        </p:txBody>
      </p:sp>
      <p:sp>
        <p:nvSpPr>
          <p:cNvPr id="14" name="1">
            <a:extLst>
              <a:ext uri="{FF2B5EF4-FFF2-40B4-BE49-F238E27FC236}">
                <a16:creationId xmlns:a16="http://schemas.microsoft.com/office/drawing/2014/main" id="{71FC8D93-82E3-A191-EBAA-B4DB08FFF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7884" y="5682741"/>
            <a:ext cx="151751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lvl="0" algn="ctr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介质层生长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D2DF508-74FB-AE43-0688-2561A74533CF}"/>
              </a:ext>
            </a:extLst>
          </p:cNvPr>
          <p:cNvSpPr txBox="1"/>
          <p:nvPr/>
        </p:nvSpPr>
        <p:spPr>
          <a:xfrm>
            <a:off x="967206" y="400332"/>
            <a:ext cx="1616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工艺仿真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29DA6BA-38CE-C188-6B6B-0BE34F0BF470}"/>
              </a:ext>
            </a:extLst>
          </p:cNvPr>
          <p:cNvGrpSpPr/>
          <p:nvPr/>
        </p:nvGrpSpPr>
        <p:grpSpPr>
          <a:xfrm>
            <a:off x="419341" y="406474"/>
            <a:ext cx="448931" cy="430596"/>
            <a:chOff x="419341" y="406474"/>
            <a:chExt cx="448931" cy="430596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05F94B4E-0874-AF4E-DBE1-0C669DE1832E}"/>
                </a:ext>
              </a:extLst>
            </p:cNvPr>
            <p:cNvSpPr/>
            <p:nvPr/>
          </p:nvSpPr>
          <p:spPr>
            <a:xfrm>
              <a:off x="419341" y="424806"/>
              <a:ext cx="412264" cy="412264"/>
            </a:xfrm>
            <a:prstGeom prst="ellipse">
              <a:avLst/>
            </a:prstGeom>
            <a:solidFill>
              <a:srgbClr val="BD95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77EA870B-49AA-8318-FB54-114AFD19DAAD}"/>
                </a:ext>
              </a:extLst>
            </p:cNvPr>
            <p:cNvSpPr/>
            <p:nvPr/>
          </p:nvSpPr>
          <p:spPr>
            <a:xfrm>
              <a:off x="662140" y="406474"/>
              <a:ext cx="206132" cy="206132"/>
            </a:xfrm>
            <a:prstGeom prst="ellipse">
              <a:avLst/>
            </a:prstGeom>
            <a:solidFill>
              <a:srgbClr val="E7D6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F5E2D2BF-5CF3-1DBE-E114-11B033330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425" y="1182643"/>
            <a:ext cx="5492861" cy="385890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7474AAE-CBC0-C81F-ABF7-82453145E9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3575" y="1182643"/>
            <a:ext cx="5492861" cy="385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437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7C610-FABD-7613-7BBF-CA23756AA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11AD1B9-6E07-3C20-826E-C3FE9B833285}"/>
              </a:ext>
            </a:extLst>
          </p:cNvPr>
          <p:cNvSpPr/>
          <p:nvPr/>
        </p:nvSpPr>
        <p:spPr>
          <a:xfrm>
            <a:off x="228601" y="933254"/>
            <a:ext cx="11744324" cy="4515355"/>
          </a:xfrm>
          <a:prstGeom prst="rect">
            <a:avLst/>
          </a:prstGeom>
          <a:solidFill>
            <a:srgbClr val="BD9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1">
            <a:extLst>
              <a:ext uri="{FF2B5EF4-FFF2-40B4-BE49-F238E27FC236}">
                <a16:creationId xmlns:a16="http://schemas.microsoft.com/office/drawing/2014/main" id="{4DC5D6D0-DA31-3867-0CB0-F16915B7C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7626" y="5675356"/>
            <a:ext cx="262191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lvl="0" algn="ctr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源漏窗口刻蚀</a:t>
            </a:r>
          </a:p>
        </p:txBody>
      </p:sp>
      <p:sp>
        <p:nvSpPr>
          <p:cNvPr id="14" name="1">
            <a:extLst>
              <a:ext uri="{FF2B5EF4-FFF2-40B4-BE49-F238E27FC236}">
                <a16:creationId xmlns:a16="http://schemas.microsoft.com/office/drawing/2014/main" id="{EDDBF1DD-1F1E-7C79-98E8-A0D49A82A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2409" y="5692862"/>
            <a:ext cx="205649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lvl="0" algn="ctr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源漏保护层生长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F1E1ECD-22ED-49B7-4C74-8921A6FBFD97}"/>
              </a:ext>
            </a:extLst>
          </p:cNvPr>
          <p:cNvSpPr txBox="1"/>
          <p:nvPr/>
        </p:nvSpPr>
        <p:spPr>
          <a:xfrm>
            <a:off x="967206" y="400332"/>
            <a:ext cx="1616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工艺仿真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9195B4A-ECE0-9982-350F-188921E55638}"/>
              </a:ext>
            </a:extLst>
          </p:cNvPr>
          <p:cNvGrpSpPr/>
          <p:nvPr/>
        </p:nvGrpSpPr>
        <p:grpSpPr>
          <a:xfrm>
            <a:off x="419341" y="406474"/>
            <a:ext cx="448931" cy="430596"/>
            <a:chOff x="419341" y="406474"/>
            <a:chExt cx="448931" cy="430596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A44C26CB-C545-B9A2-0824-ECFA618686DB}"/>
                </a:ext>
              </a:extLst>
            </p:cNvPr>
            <p:cNvSpPr/>
            <p:nvPr/>
          </p:nvSpPr>
          <p:spPr>
            <a:xfrm>
              <a:off x="419341" y="424806"/>
              <a:ext cx="412264" cy="412264"/>
            </a:xfrm>
            <a:prstGeom prst="ellipse">
              <a:avLst/>
            </a:prstGeom>
            <a:solidFill>
              <a:srgbClr val="BD95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A2D63426-5D65-16B9-CFA3-44C30EA09FD3}"/>
                </a:ext>
              </a:extLst>
            </p:cNvPr>
            <p:cNvSpPr/>
            <p:nvPr/>
          </p:nvSpPr>
          <p:spPr>
            <a:xfrm>
              <a:off x="662140" y="406474"/>
              <a:ext cx="206132" cy="206132"/>
            </a:xfrm>
            <a:prstGeom prst="ellipse">
              <a:avLst/>
            </a:prstGeom>
            <a:solidFill>
              <a:srgbClr val="E7D6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EF5CDA53-3EB6-2CEC-FD9C-9E6997F8B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225" y="1182643"/>
            <a:ext cx="5492861" cy="385890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F64B27A-2E20-4DE8-348C-49A1BDFC8F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150" y="1182643"/>
            <a:ext cx="5492861" cy="385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5612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3DAC8-C349-FC7A-7E98-410B9773A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1E42B41-6885-A8F9-0BB4-15DC7F426707}"/>
              </a:ext>
            </a:extLst>
          </p:cNvPr>
          <p:cNvSpPr/>
          <p:nvPr/>
        </p:nvSpPr>
        <p:spPr>
          <a:xfrm>
            <a:off x="228601" y="933254"/>
            <a:ext cx="11744324" cy="4515355"/>
          </a:xfrm>
          <a:prstGeom prst="rect">
            <a:avLst/>
          </a:prstGeom>
          <a:solidFill>
            <a:srgbClr val="BD9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1">
            <a:extLst>
              <a:ext uri="{FF2B5EF4-FFF2-40B4-BE49-F238E27FC236}">
                <a16:creationId xmlns:a16="http://schemas.microsoft.com/office/drawing/2014/main" id="{D9C55DCA-9517-D543-D521-34BF5A3E3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7626" y="5675356"/>
            <a:ext cx="262191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lvl="0" algn="ctr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源漏窗口刻蚀</a:t>
            </a:r>
          </a:p>
        </p:txBody>
      </p:sp>
      <p:sp>
        <p:nvSpPr>
          <p:cNvPr id="14" name="1">
            <a:extLst>
              <a:ext uri="{FF2B5EF4-FFF2-40B4-BE49-F238E27FC236}">
                <a16:creationId xmlns:a16="http://schemas.microsoft.com/office/drawing/2014/main" id="{104DE870-7289-DA80-8336-EA9DF0E5B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2409" y="5692862"/>
            <a:ext cx="205649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lvl="0" algn="ctr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源漏保护层生长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C50A192-B0C9-D256-94B2-79BCD9B433A6}"/>
              </a:ext>
            </a:extLst>
          </p:cNvPr>
          <p:cNvSpPr txBox="1"/>
          <p:nvPr/>
        </p:nvSpPr>
        <p:spPr>
          <a:xfrm>
            <a:off x="967206" y="400332"/>
            <a:ext cx="1616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工艺仿真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5E8D8EF-416B-91CC-08AD-5D5E4FEDE73F}"/>
              </a:ext>
            </a:extLst>
          </p:cNvPr>
          <p:cNvGrpSpPr/>
          <p:nvPr/>
        </p:nvGrpSpPr>
        <p:grpSpPr>
          <a:xfrm>
            <a:off x="419341" y="406474"/>
            <a:ext cx="448931" cy="430596"/>
            <a:chOff x="419341" y="406474"/>
            <a:chExt cx="448931" cy="430596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BBF59649-AA8A-1D61-174D-D19170E63C23}"/>
                </a:ext>
              </a:extLst>
            </p:cNvPr>
            <p:cNvSpPr/>
            <p:nvPr/>
          </p:nvSpPr>
          <p:spPr>
            <a:xfrm>
              <a:off x="419341" y="424806"/>
              <a:ext cx="412264" cy="412264"/>
            </a:xfrm>
            <a:prstGeom prst="ellipse">
              <a:avLst/>
            </a:prstGeom>
            <a:solidFill>
              <a:srgbClr val="BD95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DB34E074-EEEE-92CF-B509-7C7CBFE703A6}"/>
                </a:ext>
              </a:extLst>
            </p:cNvPr>
            <p:cNvSpPr/>
            <p:nvPr/>
          </p:nvSpPr>
          <p:spPr>
            <a:xfrm>
              <a:off x="662140" y="406474"/>
              <a:ext cx="206132" cy="206132"/>
            </a:xfrm>
            <a:prstGeom prst="ellipse">
              <a:avLst/>
            </a:prstGeom>
            <a:solidFill>
              <a:srgbClr val="E7D6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BFD870FD-4693-AC61-C9BC-AE148FC01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225" y="1182643"/>
            <a:ext cx="5492861" cy="385890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85C0524-A6F6-FCEB-9F9D-34F072C624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150" y="1182643"/>
            <a:ext cx="5492861" cy="385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561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4E94B-57ED-6A47-41A4-4177F89FA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BE2D189-94D6-47D6-E2A4-E24C60920FC2}"/>
              </a:ext>
            </a:extLst>
          </p:cNvPr>
          <p:cNvSpPr/>
          <p:nvPr/>
        </p:nvSpPr>
        <p:spPr>
          <a:xfrm>
            <a:off x="228601" y="933254"/>
            <a:ext cx="11744324" cy="4515355"/>
          </a:xfrm>
          <a:prstGeom prst="rect">
            <a:avLst/>
          </a:prstGeom>
          <a:solidFill>
            <a:srgbClr val="BD9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E67E8C3-BF8B-ACA2-E8CF-6498621ADC1E}"/>
              </a:ext>
            </a:extLst>
          </p:cNvPr>
          <p:cNvSpPr txBox="1"/>
          <p:nvPr/>
        </p:nvSpPr>
        <p:spPr>
          <a:xfrm>
            <a:off x="967206" y="400332"/>
            <a:ext cx="1616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工艺仿真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70AE9A7-F380-C91F-2EF5-054D989BA396}"/>
              </a:ext>
            </a:extLst>
          </p:cNvPr>
          <p:cNvGrpSpPr/>
          <p:nvPr/>
        </p:nvGrpSpPr>
        <p:grpSpPr>
          <a:xfrm>
            <a:off x="419341" y="406474"/>
            <a:ext cx="448931" cy="430596"/>
            <a:chOff x="419341" y="406474"/>
            <a:chExt cx="448931" cy="430596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A02AE936-C148-A952-3983-D249E9F6E211}"/>
                </a:ext>
              </a:extLst>
            </p:cNvPr>
            <p:cNvSpPr/>
            <p:nvPr/>
          </p:nvSpPr>
          <p:spPr>
            <a:xfrm>
              <a:off x="419341" y="424806"/>
              <a:ext cx="412264" cy="412264"/>
            </a:xfrm>
            <a:prstGeom prst="ellipse">
              <a:avLst/>
            </a:prstGeom>
            <a:solidFill>
              <a:srgbClr val="BD95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CEE9DF83-692C-02E6-396C-F983D60CEE8F}"/>
                </a:ext>
              </a:extLst>
            </p:cNvPr>
            <p:cNvSpPr/>
            <p:nvPr/>
          </p:nvSpPr>
          <p:spPr>
            <a:xfrm>
              <a:off x="662140" y="406474"/>
              <a:ext cx="206132" cy="206132"/>
            </a:xfrm>
            <a:prstGeom prst="ellipse">
              <a:avLst/>
            </a:prstGeom>
            <a:solidFill>
              <a:srgbClr val="E7D6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B96DEFC2-F5CE-45A4-A0C0-B713D3436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225" y="1182643"/>
            <a:ext cx="5492861" cy="385890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3F62EE3-3ACD-7256-22DF-AF228577A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297" y="1182643"/>
            <a:ext cx="5492861" cy="385890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AFC7BEE-D8BD-B78B-919E-A1A001A86E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547" y="1182643"/>
            <a:ext cx="5492861" cy="38589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D3803EB-17A9-51A7-2B0A-DAFA3FA137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1629" y="5584095"/>
            <a:ext cx="3127474" cy="72732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6388595-4CE9-E408-DA19-1B377376BEC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01"/>
          <a:stretch>
            <a:fillRect/>
          </a:stretch>
        </p:blipFill>
        <p:spPr>
          <a:xfrm>
            <a:off x="7512898" y="5620142"/>
            <a:ext cx="2926158" cy="69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965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0DD8D-5D7E-5DA2-A7D0-1EFCF9C3F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3559B5E-ECC5-48CA-D3FA-E0C3F0346D52}"/>
              </a:ext>
            </a:extLst>
          </p:cNvPr>
          <p:cNvSpPr/>
          <p:nvPr/>
        </p:nvSpPr>
        <p:spPr>
          <a:xfrm>
            <a:off x="228601" y="933254"/>
            <a:ext cx="5600699" cy="5499940"/>
          </a:xfrm>
          <a:prstGeom prst="rect">
            <a:avLst/>
          </a:prstGeom>
          <a:solidFill>
            <a:srgbClr val="BD9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5E8B7AD-268A-C213-7C06-89CFB9FDC742}"/>
              </a:ext>
            </a:extLst>
          </p:cNvPr>
          <p:cNvSpPr txBox="1"/>
          <p:nvPr/>
        </p:nvSpPr>
        <p:spPr>
          <a:xfrm>
            <a:off x="967206" y="400332"/>
            <a:ext cx="1616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工艺仿真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DC8EC4D-9073-DBA3-AD33-4BA567E00477}"/>
              </a:ext>
            </a:extLst>
          </p:cNvPr>
          <p:cNvGrpSpPr/>
          <p:nvPr/>
        </p:nvGrpSpPr>
        <p:grpSpPr>
          <a:xfrm>
            <a:off x="419341" y="406474"/>
            <a:ext cx="448931" cy="430596"/>
            <a:chOff x="419341" y="406474"/>
            <a:chExt cx="448931" cy="430596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E081280E-BCB7-10DE-6A9E-330F177DB6AE}"/>
                </a:ext>
              </a:extLst>
            </p:cNvPr>
            <p:cNvSpPr/>
            <p:nvPr/>
          </p:nvSpPr>
          <p:spPr>
            <a:xfrm>
              <a:off x="419341" y="424806"/>
              <a:ext cx="412264" cy="412264"/>
            </a:xfrm>
            <a:prstGeom prst="ellipse">
              <a:avLst/>
            </a:prstGeom>
            <a:solidFill>
              <a:srgbClr val="BD95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9BC9219E-B1AD-C8E2-09E4-13B8FD536F47}"/>
                </a:ext>
              </a:extLst>
            </p:cNvPr>
            <p:cNvSpPr/>
            <p:nvPr/>
          </p:nvSpPr>
          <p:spPr>
            <a:xfrm>
              <a:off x="662140" y="406474"/>
              <a:ext cx="206132" cy="206132"/>
            </a:xfrm>
            <a:prstGeom prst="ellipse">
              <a:avLst/>
            </a:prstGeom>
            <a:solidFill>
              <a:srgbClr val="E7D6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7D58DB6-009F-2FA7-D71D-975BDC2CE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018" y="3381375"/>
            <a:ext cx="2513937" cy="285463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C524656-800D-8DC1-E99A-E5B363987E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41" y="1104328"/>
            <a:ext cx="2513937" cy="286713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69736D6-D755-84BB-7172-4FCDC5E246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307"/>
          <a:stretch>
            <a:fillRect/>
          </a:stretch>
        </p:blipFill>
        <p:spPr>
          <a:xfrm>
            <a:off x="6013030" y="933254"/>
            <a:ext cx="2047067" cy="233186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43C37A6-3B20-B922-6807-BDCA41E2B3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542"/>
          <a:stretch>
            <a:fillRect/>
          </a:stretch>
        </p:blipFill>
        <p:spPr>
          <a:xfrm>
            <a:off x="8024753" y="1880826"/>
            <a:ext cx="2016038" cy="2331868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3905CDC7-536F-4003-5A8D-B21AD165DE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0219" y="3555469"/>
            <a:ext cx="1787906" cy="2320840"/>
          </a:xfrm>
          <a:prstGeom prst="rect">
            <a:avLst/>
          </a:prstGeom>
        </p:spPr>
      </p:pic>
      <p:sp>
        <p:nvSpPr>
          <p:cNvPr id="23" name="1">
            <a:extLst>
              <a:ext uri="{FF2B5EF4-FFF2-40B4-BE49-F238E27FC236}">
                <a16:creationId xmlns:a16="http://schemas.microsoft.com/office/drawing/2014/main" id="{9563D1E6-74F1-1B80-5E3C-5FB452E88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4409" y="4911448"/>
            <a:ext cx="23328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lvl="0" algn="ctr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对沟道进行网格加密</a:t>
            </a:r>
          </a:p>
        </p:txBody>
      </p:sp>
    </p:spTree>
    <p:extLst>
      <p:ext uri="{BB962C8B-B14F-4D97-AF65-F5344CB8AC3E}">
        <p14:creationId xmlns:p14="http://schemas.microsoft.com/office/powerpoint/2010/main" val="983218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44499-2855-A77C-04A2-DB4FED292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EAB79CA1-0FA1-863F-65C0-A3B261B2CBB2}"/>
              </a:ext>
            </a:extLst>
          </p:cNvPr>
          <p:cNvSpPr/>
          <p:nvPr/>
        </p:nvSpPr>
        <p:spPr>
          <a:xfrm>
            <a:off x="6252527" y="885628"/>
            <a:ext cx="5143499" cy="4838897"/>
          </a:xfrm>
          <a:prstGeom prst="rect">
            <a:avLst/>
          </a:prstGeom>
          <a:solidFill>
            <a:srgbClr val="BD9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12344D-ACBF-B55A-DD6D-C34C3EC65B9B}"/>
              </a:ext>
            </a:extLst>
          </p:cNvPr>
          <p:cNvSpPr/>
          <p:nvPr/>
        </p:nvSpPr>
        <p:spPr>
          <a:xfrm>
            <a:off x="447676" y="885628"/>
            <a:ext cx="5143499" cy="4838897"/>
          </a:xfrm>
          <a:prstGeom prst="rect">
            <a:avLst/>
          </a:prstGeom>
          <a:solidFill>
            <a:srgbClr val="BD9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A735DF0-6D4A-7033-FE9C-B5EAC1E2E271}"/>
              </a:ext>
            </a:extLst>
          </p:cNvPr>
          <p:cNvSpPr txBox="1"/>
          <p:nvPr/>
        </p:nvSpPr>
        <p:spPr>
          <a:xfrm>
            <a:off x="967206" y="400332"/>
            <a:ext cx="1616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工艺仿真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BB675C3-8460-DA3B-C2B0-3E51AE1C6976}"/>
              </a:ext>
            </a:extLst>
          </p:cNvPr>
          <p:cNvGrpSpPr/>
          <p:nvPr/>
        </p:nvGrpSpPr>
        <p:grpSpPr>
          <a:xfrm>
            <a:off x="419341" y="406474"/>
            <a:ext cx="448931" cy="430596"/>
            <a:chOff x="419341" y="406474"/>
            <a:chExt cx="448931" cy="430596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59BE744-3DBE-8457-2732-71FE15C3BACC}"/>
                </a:ext>
              </a:extLst>
            </p:cNvPr>
            <p:cNvSpPr/>
            <p:nvPr/>
          </p:nvSpPr>
          <p:spPr>
            <a:xfrm>
              <a:off x="419341" y="424806"/>
              <a:ext cx="412264" cy="412264"/>
            </a:xfrm>
            <a:prstGeom prst="ellipse">
              <a:avLst/>
            </a:prstGeom>
            <a:solidFill>
              <a:srgbClr val="BD95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E8C1EC0D-B0E2-1A00-E7FC-E3A296BD34DF}"/>
                </a:ext>
              </a:extLst>
            </p:cNvPr>
            <p:cNvSpPr/>
            <p:nvPr/>
          </p:nvSpPr>
          <p:spPr>
            <a:xfrm>
              <a:off x="662140" y="406474"/>
              <a:ext cx="206132" cy="206132"/>
            </a:xfrm>
            <a:prstGeom prst="ellipse">
              <a:avLst/>
            </a:prstGeom>
            <a:solidFill>
              <a:srgbClr val="E7D6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23" name="1">
            <a:extLst>
              <a:ext uri="{FF2B5EF4-FFF2-40B4-BE49-F238E27FC236}">
                <a16:creationId xmlns:a16="http://schemas.microsoft.com/office/drawing/2014/main" id="{814FF984-F5E9-D60E-C69C-3519BB692A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6434" y="5863948"/>
            <a:ext cx="23328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lvl="0" algn="ctr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Doner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掺杂情况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E6E8979-35BF-EE9E-A15C-6385DCB21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005" y="3301909"/>
            <a:ext cx="3662746" cy="225466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683D365-EB02-480C-530C-9030D7EF16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006" y="1056449"/>
            <a:ext cx="3662746" cy="225466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BC55EAC-77CB-4D77-2605-B5DDDAED1D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773" y="3301909"/>
            <a:ext cx="3662746" cy="225466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F0FD183-B6FC-F643-6BB6-927D572542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773" y="1056449"/>
            <a:ext cx="3662746" cy="2254662"/>
          </a:xfrm>
          <a:prstGeom prst="rect">
            <a:avLst/>
          </a:prstGeom>
        </p:spPr>
      </p:pic>
      <p:sp>
        <p:nvSpPr>
          <p:cNvPr id="20" name="1">
            <a:extLst>
              <a:ext uri="{FF2B5EF4-FFF2-40B4-BE49-F238E27FC236}">
                <a16:creationId xmlns:a16="http://schemas.microsoft.com/office/drawing/2014/main" id="{51FDDB6B-D9F5-5E9C-2BD7-BE3A6B5C3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3727" y="5862708"/>
            <a:ext cx="23328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lvl="0" algn="ctr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Acceptor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掺杂情况</a:t>
            </a:r>
          </a:p>
        </p:txBody>
      </p:sp>
    </p:spTree>
    <p:extLst>
      <p:ext uri="{BB962C8B-B14F-4D97-AF65-F5344CB8AC3E}">
        <p14:creationId xmlns:p14="http://schemas.microsoft.com/office/powerpoint/2010/main" val="3418208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B09D1-682F-A664-5A2E-81DA3F03B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8D15957-3A33-7633-C330-D6DFD4051E79}"/>
              </a:ext>
            </a:extLst>
          </p:cNvPr>
          <p:cNvSpPr/>
          <p:nvPr/>
        </p:nvSpPr>
        <p:spPr>
          <a:xfrm>
            <a:off x="874712" y="1526512"/>
            <a:ext cx="3687663" cy="2643311"/>
          </a:xfrm>
          <a:prstGeom prst="rect">
            <a:avLst/>
          </a:prstGeom>
          <a:solidFill>
            <a:srgbClr val="BD9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56ADED-0A8E-9DEB-B284-1FC6B271E4CC}"/>
              </a:ext>
            </a:extLst>
          </p:cNvPr>
          <p:cNvSpPr/>
          <p:nvPr/>
        </p:nvSpPr>
        <p:spPr>
          <a:xfrm>
            <a:off x="4562374" y="1526512"/>
            <a:ext cx="6750683" cy="2643311"/>
          </a:xfrm>
          <a:prstGeom prst="rect">
            <a:avLst/>
          </a:prstGeom>
          <a:blipFill dpi="0" rotWithShape="1">
            <a:blip r:embed="rId2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1">
            <a:extLst>
              <a:ext uri="{FF2B5EF4-FFF2-40B4-BE49-F238E27FC236}">
                <a16:creationId xmlns:a16="http://schemas.microsoft.com/office/drawing/2014/main" id="{2F136193-0DB9-A15F-6BFB-7D5436A88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9806" y="4640776"/>
            <a:ext cx="972387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lvl="0" algn="ctr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9" name="1">
            <a:extLst>
              <a:ext uri="{FF2B5EF4-FFF2-40B4-BE49-F238E27FC236}">
                <a16:creationId xmlns:a16="http://schemas.microsoft.com/office/drawing/2014/main" id="{44D923C8-5F80-DA6E-719C-2D2A9B6CE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4181" y="4998681"/>
            <a:ext cx="255588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11" name="1">
            <a:extLst>
              <a:ext uri="{FF2B5EF4-FFF2-40B4-BE49-F238E27FC236}">
                <a16:creationId xmlns:a16="http://schemas.microsoft.com/office/drawing/2014/main" id="{0500264D-A7F0-5103-6986-A95A02520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6397" y="4640775"/>
            <a:ext cx="972387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lvl="0" algn="ctr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12" name="1">
            <a:extLst>
              <a:ext uri="{FF2B5EF4-FFF2-40B4-BE49-F238E27FC236}">
                <a16:creationId xmlns:a16="http://schemas.microsoft.com/office/drawing/2014/main" id="{6D8CD195-08E1-CB19-58F8-6B910B079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0772" y="4998680"/>
            <a:ext cx="255588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14" name="1">
            <a:extLst>
              <a:ext uri="{FF2B5EF4-FFF2-40B4-BE49-F238E27FC236}">
                <a16:creationId xmlns:a16="http://schemas.microsoft.com/office/drawing/2014/main" id="{C8A8DFC4-65C1-3448-562F-638BAABB3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3215" y="4660025"/>
            <a:ext cx="972387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lvl="0" algn="ctr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15" name="1">
            <a:extLst>
              <a:ext uri="{FF2B5EF4-FFF2-40B4-BE49-F238E27FC236}">
                <a16:creationId xmlns:a16="http://schemas.microsoft.com/office/drawing/2014/main" id="{04852C30-D867-424E-A01C-1EA88152E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7590" y="5017930"/>
            <a:ext cx="255588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16" name="1">
            <a:extLst>
              <a:ext uri="{FF2B5EF4-FFF2-40B4-BE49-F238E27FC236}">
                <a16:creationId xmlns:a16="http://schemas.microsoft.com/office/drawing/2014/main" id="{BF14DE62-393C-5CBA-349B-D91FA0ED6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095" y="2159326"/>
            <a:ext cx="1349722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标题文字</a:t>
            </a:r>
          </a:p>
        </p:txBody>
      </p:sp>
      <p:sp>
        <p:nvSpPr>
          <p:cNvPr id="17" name="1">
            <a:extLst>
              <a:ext uri="{FF2B5EF4-FFF2-40B4-BE49-F238E27FC236}">
                <a16:creationId xmlns:a16="http://schemas.microsoft.com/office/drawing/2014/main" id="{782F42AE-3F60-72E0-5D24-12E317D98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097" y="2647622"/>
            <a:ext cx="26328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just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FA199E1-543F-F8E6-D810-2F9E192550C7}"/>
              </a:ext>
            </a:extLst>
          </p:cNvPr>
          <p:cNvSpPr txBox="1"/>
          <p:nvPr/>
        </p:nvSpPr>
        <p:spPr>
          <a:xfrm>
            <a:off x="967206" y="400332"/>
            <a:ext cx="1616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工艺仿真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1E8E1E3-D4DD-880B-54BC-66187244BD80}"/>
              </a:ext>
            </a:extLst>
          </p:cNvPr>
          <p:cNvGrpSpPr/>
          <p:nvPr/>
        </p:nvGrpSpPr>
        <p:grpSpPr>
          <a:xfrm>
            <a:off x="419341" y="406474"/>
            <a:ext cx="448931" cy="430596"/>
            <a:chOff x="419341" y="406474"/>
            <a:chExt cx="448931" cy="430596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6DEA796-751B-C82E-CDBA-C2F51A4EB94C}"/>
                </a:ext>
              </a:extLst>
            </p:cNvPr>
            <p:cNvSpPr/>
            <p:nvPr/>
          </p:nvSpPr>
          <p:spPr>
            <a:xfrm>
              <a:off x="419341" y="424806"/>
              <a:ext cx="412264" cy="412264"/>
            </a:xfrm>
            <a:prstGeom prst="ellipse">
              <a:avLst/>
            </a:prstGeom>
            <a:solidFill>
              <a:srgbClr val="BD95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99EBD13F-B619-5D1F-E1C1-1D11D223DF9E}"/>
                </a:ext>
              </a:extLst>
            </p:cNvPr>
            <p:cNvSpPr/>
            <p:nvPr/>
          </p:nvSpPr>
          <p:spPr>
            <a:xfrm>
              <a:off x="662140" y="406474"/>
              <a:ext cx="206132" cy="206132"/>
            </a:xfrm>
            <a:prstGeom prst="ellipse">
              <a:avLst/>
            </a:prstGeom>
            <a:solidFill>
              <a:srgbClr val="E7D6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1980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2380645" y="3697412"/>
            <a:ext cx="73889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 designer can use default text to simulate what text would look like. If it is not real text. A designer can use default text to simulate what text would look like.</a:t>
            </a:r>
          </a:p>
        </p:txBody>
      </p:sp>
      <p:sp>
        <p:nvSpPr>
          <p:cNvPr id="15" name="PA_文本框 2"/>
          <p:cNvSpPr txBox="1"/>
          <p:nvPr>
            <p:custDataLst>
              <p:tags r:id="rId1"/>
            </p:custDataLst>
          </p:nvPr>
        </p:nvSpPr>
        <p:spPr>
          <a:xfrm>
            <a:off x="3225042" y="2557784"/>
            <a:ext cx="5768922" cy="9772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4800" b="0" dirty="0">
                <a:solidFill>
                  <a:srgbClr val="AD7B82"/>
                </a:solidFill>
                <a:latin typeface="方正悠宋体加粗" panose="02010600010101010101" charset="-122"/>
                <a:ea typeface="方正悠宋体加粗" panose="02010600010101010101" charset="-122"/>
                <a:cs typeface="+mn-ea"/>
                <a:sym typeface="+mn-lt"/>
              </a:rPr>
              <a:t>请输入标题文字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5037995" y="4505369"/>
            <a:ext cx="2142450" cy="401418"/>
          </a:xfrm>
          <a:prstGeom prst="roundRect">
            <a:avLst>
              <a:gd name="adj" fmla="val 50000"/>
            </a:avLst>
          </a:prstGeom>
          <a:solidFill>
            <a:srgbClr val="BD9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spc="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PART.02</a:t>
            </a:r>
            <a:endParaRPr lang="zh-CN" altLang="en-US" sz="1600" spc="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pt-圆形"/>
          <p:cNvSpPr/>
          <p:nvPr/>
        </p:nvSpPr>
        <p:spPr>
          <a:xfrm>
            <a:off x="1353659" y="1917248"/>
            <a:ext cx="1540161" cy="1540161"/>
          </a:xfrm>
          <a:prstGeom prst="ellipse">
            <a:avLst/>
          </a:prstGeom>
          <a:solidFill>
            <a:srgbClr val="BD959B"/>
          </a:solidFill>
          <a:ln w="3175" cap="flat">
            <a:noFill/>
            <a:miter lim="400000"/>
          </a:ln>
          <a:effectLst/>
        </p:spPr>
        <p:txBody>
          <a:bodyPr wrap="square" lIns="30480" tIns="30480" rIns="30480" bIns="30480" numCol="1" anchor="t">
            <a:noAutofit/>
          </a:bodyPr>
          <a:lstStyle/>
          <a:p>
            <a:pPr defTabSz="457200">
              <a:defRPr sz="16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800">
              <a:solidFill>
                <a:srgbClr val="FFFFFF"/>
              </a:solidFill>
              <a:latin typeface="字魂正文宋楷" panose="00000500000000000000" charset="-122"/>
              <a:ea typeface="字魂正文宋楷" panose="00000500000000000000" charset="-122"/>
              <a:sym typeface="Calibri" panose="020F0502020204030204"/>
            </a:endParaRPr>
          </a:p>
        </p:txBody>
      </p:sp>
      <p:sp>
        <p:nvSpPr>
          <p:cNvPr id="3" name="Arrow: Chevron 10"/>
          <p:cNvSpPr/>
          <p:nvPr/>
        </p:nvSpPr>
        <p:spPr>
          <a:xfrm rot="5400000">
            <a:off x="1551828" y="3165677"/>
            <a:ext cx="1143824" cy="374247"/>
          </a:xfrm>
          <a:prstGeom prst="chevron">
            <a:avLst/>
          </a:prstGeom>
          <a:solidFill>
            <a:srgbClr val="BD959B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/>
              </a:solidFill>
              <a:latin typeface="字魂正文宋楷" panose="00000500000000000000" charset="-122"/>
              <a:ea typeface="字魂正文宋楷" panose="00000500000000000000" charset="-122"/>
            </a:endParaRPr>
          </a:p>
        </p:txBody>
      </p:sp>
      <p:sp>
        <p:nvSpPr>
          <p:cNvPr id="4" name="1"/>
          <p:cNvSpPr txBox="1">
            <a:spLocks noChangeArrowheads="1"/>
          </p:cNvSpPr>
          <p:nvPr/>
        </p:nvSpPr>
        <p:spPr bwMode="auto">
          <a:xfrm>
            <a:off x="1632876" y="4350702"/>
            <a:ext cx="995084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小标题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1"/>
          <p:cNvSpPr txBox="1">
            <a:spLocks noChangeArrowheads="1"/>
          </p:cNvSpPr>
          <p:nvPr/>
        </p:nvSpPr>
        <p:spPr bwMode="auto">
          <a:xfrm>
            <a:off x="1025573" y="4676034"/>
            <a:ext cx="220968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6" name="1"/>
          <p:cNvSpPr txBox="1">
            <a:spLocks noChangeArrowheads="1"/>
          </p:cNvSpPr>
          <p:nvPr/>
        </p:nvSpPr>
        <p:spPr bwMode="auto">
          <a:xfrm>
            <a:off x="4289447" y="4359169"/>
            <a:ext cx="995084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lvl="0" algn="ctr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小标题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1"/>
          <p:cNvSpPr txBox="1">
            <a:spLocks noChangeArrowheads="1"/>
          </p:cNvSpPr>
          <p:nvPr/>
        </p:nvSpPr>
        <p:spPr bwMode="auto">
          <a:xfrm>
            <a:off x="3707545" y="4676034"/>
            <a:ext cx="220968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8" name="1"/>
          <p:cNvSpPr txBox="1">
            <a:spLocks noChangeArrowheads="1"/>
          </p:cNvSpPr>
          <p:nvPr/>
        </p:nvSpPr>
        <p:spPr bwMode="auto">
          <a:xfrm>
            <a:off x="6914026" y="4350702"/>
            <a:ext cx="995084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lvl="0" algn="ctr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小标题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6306723" y="4676034"/>
            <a:ext cx="2209689" cy="798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10" name="1"/>
          <p:cNvSpPr txBox="1">
            <a:spLocks noChangeArrowheads="1"/>
          </p:cNvSpPr>
          <p:nvPr/>
        </p:nvSpPr>
        <p:spPr bwMode="auto">
          <a:xfrm>
            <a:off x="9555626" y="4350702"/>
            <a:ext cx="995084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lvl="0" algn="ctr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小标题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1"/>
          <p:cNvSpPr txBox="1">
            <a:spLocks noChangeArrowheads="1"/>
          </p:cNvSpPr>
          <p:nvPr/>
        </p:nvSpPr>
        <p:spPr bwMode="auto">
          <a:xfrm>
            <a:off x="8948323" y="4676034"/>
            <a:ext cx="2209689" cy="798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12" name="koppt-圆形"/>
          <p:cNvSpPr/>
          <p:nvPr/>
        </p:nvSpPr>
        <p:spPr>
          <a:xfrm>
            <a:off x="3995259" y="1917248"/>
            <a:ext cx="1540161" cy="1540161"/>
          </a:xfrm>
          <a:prstGeom prst="ellipse">
            <a:avLst/>
          </a:prstGeom>
          <a:solidFill>
            <a:srgbClr val="E7D6CC"/>
          </a:solidFill>
          <a:ln w="3175" cap="flat">
            <a:noFill/>
            <a:miter lim="400000"/>
          </a:ln>
          <a:effectLst/>
        </p:spPr>
        <p:txBody>
          <a:bodyPr wrap="square" lIns="30480" tIns="30480" rIns="30480" bIns="30480" numCol="1" anchor="t">
            <a:noAutofit/>
          </a:bodyPr>
          <a:lstStyle/>
          <a:p>
            <a:pPr defTabSz="457200">
              <a:defRPr sz="16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800">
              <a:solidFill>
                <a:srgbClr val="FFFFFF"/>
              </a:solidFill>
              <a:latin typeface="字魂正文宋楷" panose="00000500000000000000" charset="-122"/>
              <a:ea typeface="字魂正文宋楷" panose="00000500000000000000" charset="-122"/>
              <a:sym typeface="Calibri" panose="020F0502020204030204"/>
            </a:endParaRPr>
          </a:p>
        </p:txBody>
      </p:sp>
      <p:sp>
        <p:nvSpPr>
          <p:cNvPr id="13" name="Arrow: Chevron 10"/>
          <p:cNvSpPr/>
          <p:nvPr/>
        </p:nvSpPr>
        <p:spPr>
          <a:xfrm rot="5400000">
            <a:off x="4193428" y="3165677"/>
            <a:ext cx="1143824" cy="374247"/>
          </a:xfrm>
          <a:prstGeom prst="chevron">
            <a:avLst/>
          </a:prstGeom>
          <a:solidFill>
            <a:srgbClr val="E7D6C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/>
              </a:solidFill>
              <a:latin typeface="字魂正文宋楷" panose="00000500000000000000" charset="-122"/>
              <a:ea typeface="字魂正文宋楷" panose="00000500000000000000" charset="-122"/>
            </a:endParaRPr>
          </a:p>
        </p:txBody>
      </p:sp>
      <p:sp>
        <p:nvSpPr>
          <p:cNvPr id="14" name="koppt-圆形"/>
          <p:cNvSpPr/>
          <p:nvPr/>
        </p:nvSpPr>
        <p:spPr>
          <a:xfrm>
            <a:off x="6636859" y="1917248"/>
            <a:ext cx="1540161" cy="1540161"/>
          </a:xfrm>
          <a:prstGeom prst="ellipse">
            <a:avLst/>
          </a:prstGeom>
          <a:solidFill>
            <a:srgbClr val="BD959B"/>
          </a:solidFill>
          <a:ln w="3175" cap="flat">
            <a:noFill/>
            <a:miter lim="400000"/>
          </a:ln>
          <a:effectLst/>
        </p:spPr>
        <p:txBody>
          <a:bodyPr wrap="square" lIns="30480" tIns="30480" rIns="30480" bIns="30480" numCol="1" anchor="t">
            <a:noAutofit/>
          </a:bodyPr>
          <a:lstStyle/>
          <a:p>
            <a:pPr defTabSz="457200">
              <a:defRPr sz="16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800">
              <a:solidFill>
                <a:srgbClr val="FFFFFF"/>
              </a:solidFill>
              <a:latin typeface="字魂正文宋楷" panose="00000500000000000000" charset="-122"/>
              <a:ea typeface="字魂正文宋楷" panose="00000500000000000000" charset="-122"/>
              <a:sym typeface="Calibri" panose="020F0502020204030204"/>
            </a:endParaRPr>
          </a:p>
        </p:txBody>
      </p:sp>
      <p:sp>
        <p:nvSpPr>
          <p:cNvPr id="15" name="Arrow: Chevron 10"/>
          <p:cNvSpPr/>
          <p:nvPr/>
        </p:nvSpPr>
        <p:spPr>
          <a:xfrm rot="5400000">
            <a:off x="6835028" y="3165677"/>
            <a:ext cx="1143824" cy="374247"/>
          </a:xfrm>
          <a:prstGeom prst="chevron">
            <a:avLst/>
          </a:prstGeom>
          <a:solidFill>
            <a:srgbClr val="BD959B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/>
              </a:solidFill>
              <a:latin typeface="字魂正文宋楷" panose="00000500000000000000" charset="-122"/>
              <a:ea typeface="字魂正文宋楷" panose="00000500000000000000" charset="-122"/>
            </a:endParaRPr>
          </a:p>
        </p:txBody>
      </p:sp>
      <p:sp>
        <p:nvSpPr>
          <p:cNvPr id="16" name="koppt-圆形"/>
          <p:cNvSpPr/>
          <p:nvPr/>
        </p:nvSpPr>
        <p:spPr>
          <a:xfrm>
            <a:off x="9278459" y="1917248"/>
            <a:ext cx="1540161" cy="1540161"/>
          </a:xfrm>
          <a:prstGeom prst="ellipse">
            <a:avLst/>
          </a:prstGeom>
          <a:solidFill>
            <a:srgbClr val="E7D6CC"/>
          </a:solidFill>
          <a:ln w="3175" cap="flat">
            <a:noFill/>
            <a:miter lim="400000"/>
          </a:ln>
          <a:effectLst/>
        </p:spPr>
        <p:txBody>
          <a:bodyPr wrap="square" lIns="30480" tIns="30480" rIns="30480" bIns="30480" numCol="1" anchor="t">
            <a:noAutofit/>
          </a:bodyPr>
          <a:lstStyle/>
          <a:p>
            <a:pPr defTabSz="457200">
              <a:defRPr sz="16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800">
              <a:solidFill>
                <a:srgbClr val="FFFFFF"/>
              </a:solidFill>
              <a:latin typeface="字魂正文宋楷" panose="00000500000000000000" charset="-122"/>
              <a:ea typeface="字魂正文宋楷" panose="00000500000000000000" charset="-122"/>
              <a:sym typeface="Calibri" panose="020F0502020204030204"/>
            </a:endParaRPr>
          </a:p>
        </p:txBody>
      </p:sp>
      <p:sp>
        <p:nvSpPr>
          <p:cNvPr id="17" name="Arrow: Chevron 10"/>
          <p:cNvSpPr/>
          <p:nvPr/>
        </p:nvSpPr>
        <p:spPr>
          <a:xfrm rot="5400000">
            <a:off x="9476628" y="3165677"/>
            <a:ext cx="1143824" cy="374247"/>
          </a:xfrm>
          <a:prstGeom prst="chevron">
            <a:avLst/>
          </a:prstGeom>
          <a:solidFill>
            <a:srgbClr val="E7D6C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/>
              </a:solidFill>
              <a:latin typeface="字魂正文宋楷" panose="00000500000000000000" charset="-122"/>
              <a:ea typeface="字魂正文宋楷" panose="00000500000000000000" charset="-122"/>
            </a:endParaRPr>
          </a:p>
        </p:txBody>
      </p:sp>
      <p:sp>
        <p:nvSpPr>
          <p:cNvPr id="18" name="Freeform 1171"/>
          <p:cNvSpPr/>
          <p:nvPr/>
        </p:nvSpPr>
        <p:spPr bwMode="auto">
          <a:xfrm>
            <a:off x="1824378" y="2480834"/>
            <a:ext cx="568666" cy="426457"/>
          </a:xfrm>
          <a:custGeom>
            <a:avLst/>
            <a:gdLst>
              <a:gd name="T0" fmla="*/ 6189 w 6231"/>
              <a:gd name="T1" fmla="*/ 0 h 4673"/>
              <a:gd name="T2" fmla="*/ 6206 w 6231"/>
              <a:gd name="T3" fmla="*/ 6 h 4673"/>
              <a:gd name="T4" fmla="*/ 6219 w 6231"/>
              <a:gd name="T5" fmla="*/ 17 h 4673"/>
              <a:gd name="T6" fmla="*/ 6229 w 6231"/>
              <a:gd name="T7" fmla="*/ 34 h 4673"/>
              <a:gd name="T8" fmla="*/ 6231 w 6231"/>
              <a:gd name="T9" fmla="*/ 53 h 4673"/>
              <a:gd name="T10" fmla="*/ 6223 w 6231"/>
              <a:gd name="T11" fmla="*/ 72 h 4673"/>
              <a:gd name="T12" fmla="*/ 3477 w 6231"/>
              <a:gd name="T13" fmla="*/ 4603 h 4673"/>
              <a:gd name="T14" fmla="*/ 3455 w 6231"/>
              <a:gd name="T15" fmla="*/ 4631 h 4673"/>
              <a:gd name="T16" fmla="*/ 3428 w 6231"/>
              <a:gd name="T17" fmla="*/ 4652 h 4673"/>
              <a:gd name="T18" fmla="*/ 3398 w 6231"/>
              <a:gd name="T19" fmla="*/ 4665 h 4673"/>
              <a:gd name="T20" fmla="*/ 3366 w 6231"/>
              <a:gd name="T21" fmla="*/ 4673 h 4673"/>
              <a:gd name="T22" fmla="*/ 3332 w 6231"/>
              <a:gd name="T23" fmla="*/ 4673 h 4673"/>
              <a:gd name="T24" fmla="*/ 3300 w 6231"/>
              <a:gd name="T25" fmla="*/ 4664 h 4673"/>
              <a:gd name="T26" fmla="*/ 3269 w 6231"/>
              <a:gd name="T27" fmla="*/ 4648 h 4673"/>
              <a:gd name="T28" fmla="*/ 2513 w 6231"/>
              <a:gd name="T29" fmla="*/ 4132 h 4673"/>
              <a:gd name="T30" fmla="*/ 1745 w 6231"/>
              <a:gd name="T31" fmla="*/ 4641 h 4673"/>
              <a:gd name="T32" fmla="*/ 1717 w 6231"/>
              <a:gd name="T33" fmla="*/ 4654 h 4673"/>
              <a:gd name="T34" fmla="*/ 1690 w 6231"/>
              <a:gd name="T35" fmla="*/ 4656 h 4673"/>
              <a:gd name="T36" fmla="*/ 1664 w 6231"/>
              <a:gd name="T37" fmla="*/ 4650 h 4673"/>
              <a:gd name="T38" fmla="*/ 1639 w 6231"/>
              <a:gd name="T39" fmla="*/ 4639 h 4673"/>
              <a:gd name="T40" fmla="*/ 1621 w 6231"/>
              <a:gd name="T41" fmla="*/ 4618 h 4673"/>
              <a:gd name="T42" fmla="*/ 1609 w 6231"/>
              <a:gd name="T43" fmla="*/ 4595 h 4673"/>
              <a:gd name="T44" fmla="*/ 1603 w 6231"/>
              <a:gd name="T45" fmla="*/ 4565 h 4673"/>
              <a:gd name="T46" fmla="*/ 1603 w 6231"/>
              <a:gd name="T47" fmla="*/ 3511 h 4673"/>
              <a:gd name="T48" fmla="*/ 5090 w 6231"/>
              <a:gd name="T49" fmla="*/ 905 h 4673"/>
              <a:gd name="T50" fmla="*/ 972 w 6231"/>
              <a:gd name="T51" fmla="*/ 3077 h 4673"/>
              <a:gd name="T52" fmla="*/ 64 w 6231"/>
              <a:gd name="T53" fmla="*/ 2459 h 4673"/>
              <a:gd name="T54" fmla="*/ 36 w 6231"/>
              <a:gd name="T55" fmla="*/ 2434 h 4673"/>
              <a:gd name="T56" fmla="*/ 15 w 6231"/>
              <a:gd name="T57" fmla="*/ 2404 h 4673"/>
              <a:gd name="T58" fmla="*/ 4 w 6231"/>
              <a:gd name="T59" fmla="*/ 2370 h 4673"/>
              <a:gd name="T60" fmla="*/ 0 w 6231"/>
              <a:gd name="T61" fmla="*/ 2335 h 4673"/>
              <a:gd name="T62" fmla="*/ 0 w 6231"/>
              <a:gd name="T63" fmla="*/ 2335 h 4673"/>
              <a:gd name="T64" fmla="*/ 4 w 6231"/>
              <a:gd name="T65" fmla="*/ 2301 h 4673"/>
              <a:gd name="T66" fmla="*/ 17 w 6231"/>
              <a:gd name="T67" fmla="*/ 2269 h 4673"/>
              <a:gd name="T68" fmla="*/ 36 w 6231"/>
              <a:gd name="T69" fmla="*/ 2241 h 4673"/>
              <a:gd name="T70" fmla="*/ 62 w 6231"/>
              <a:gd name="T71" fmla="*/ 2216 h 4673"/>
              <a:gd name="T72" fmla="*/ 96 w 6231"/>
              <a:gd name="T73" fmla="*/ 2199 h 4673"/>
              <a:gd name="T74" fmla="*/ 6168 w 6231"/>
              <a:gd name="T75" fmla="*/ 4 h 4673"/>
              <a:gd name="T76" fmla="*/ 6189 w 6231"/>
              <a:gd name="T77" fmla="*/ 0 h 4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6231" h="4673">
                <a:moveTo>
                  <a:pt x="6189" y="0"/>
                </a:moveTo>
                <a:lnTo>
                  <a:pt x="6206" y="6"/>
                </a:lnTo>
                <a:lnTo>
                  <a:pt x="6219" y="17"/>
                </a:lnTo>
                <a:lnTo>
                  <a:pt x="6229" y="34"/>
                </a:lnTo>
                <a:lnTo>
                  <a:pt x="6231" y="53"/>
                </a:lnTo>
                <a:lnTo>
                  <a:pt x="6223" y="72"/>
                </a:lnTo>
                <a:lnTo>
                  <a:pt x="3477" y="4603"/>
                </a:lnTo>
                <a:lnTo>
                  <a:pt x="3455" y="4631"/>
                </a:lnTo>
                <a:lnTo>
                  <a:pt x="3428" y="4652"/>
                </a:lnTo>
                <a:lnTo>
                  <a:pt x="3398" y="4665"/>
                </a:lnTo>
                <a:lnTo>
                  <a:pt x="3366" y="4673"/>
                </a:lnTo>
                <a:lnTo>
                  <a:pt x="3332" y="4673"/>
                </a:lnTo>
                <a:lnTo>
                  <a:pt x="3300" y="4664"/>
                </a:lnTo>
                <a:lnTo>
                  <a:pt x="3269" y="4648"/>
                </a:lnTo>
                <a:lnTo>
                  <a:pt x="2513" y="4132"/>
                </a:lnTo>
                <a:lnTo>
                  <a:pt x="1745" y="4641"/>
                </a:lnTo>
                <a:lnTo>
                  <a:pt x="1717" y="4654"/>
                </a:lnTo>
                <a:lnTo>
                  <a:pt x="1690" y="4656"/>
                </a:lnTo>
                <a:lnTo>
                  <a:pt x="1664" y="4650"/>
                </a:lnTo>
                <a:lnTo>
                  <a:pt x="1639" y="4639"/>
                </a:lnTo>
                <a:lnTo>
                  <a:pt x="1621" y="4618"/>
                </a:lnTo>
                <a:lnTo>
                  <a:pt x="1609" y="4595"/>
                </a:lnTo>
                <a:lnTo>
                  <a:pt x="1603" y="4565"/>
                </a:lnTo>
                <a:lnTo>
                  <a:pt x="1603" y="3511"/>
                </a:lnTo>
                <a:lnTo>
                  <a:pt x="5090" y="905"/>
                </a:lnTo>
                <a:lnTo>
                  <a:pt x="972" y="3077"/>
                </a:lnTo>
                <a:lnTo>
                  <a:pt x="64" y="2459"/>
                </a:lnTo>
                <a:lnTo>
                  <a:pt x="36" y="2434"/>
                </a:lnTo>
                <a:lnTo>
                  <a:pt x="15" y="2404"/>
                </a:lnTo>
                <a:lnTo>
                  <a:pt x="4" y="2370"/>
                </a:lnTo>
                <a:lnTo>
                  <a:pt x="0" y="2335"/>
                </a:lnTo>
                <a:lnTo>
                  <a:pt x="0" y="2335"/>
                </a:lnTo>
                <a:lnTo>
                  <a:pt x="4" y="2301"/>
                </a:lnTo>
                <a:lnTo>
                  <a:pt x="17" y="2269"/>
                </a:lnTo>
                <a:lnTo>
                  <a:pt x="36" y="2241"/>
                </a:lnTo>
                <a:lnTo>
                  <a:pt x="62" y="2216"/>
                </a:lnTo>
                <a:lnTo>
                  <a:pt x="96" y="2199"/>
                </a:lnTo>
                <a:lnTo>
                  <a:pt x="6168" y="4"/>
                </a:lnTo>
                <a:lnTo>
                  <a:pt x="618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182598" tIns="91298" rIns="182598" bIns="91298" numCol="1" anchor="t" anchorCtr="0" compatLnSpc="1"/>
          <a:lstStyle/>
          <a:p>
            <a:endParaRPr lang="en-US" sz="3595"/>
          </a:p>
        </p:txBody>
      </p:sp>
      <p:sp>
        <p:nvSpPr>
          <p:cNvPr id="19" name="iconfont-1191-866883"/>
          <p:cNvSpPr>
            <a:spLocks noChangeAspect="1"/>
          </p:cNvSpPr>
          <p:nvPr/>
        </p:nvSpPr>
        <p:spPr bwMode="auto">
          <a:xfrm>
            <a:off x="9790010" y="2408175"/>
            <a:ext cx="504320" cy="499116"/>
          </a:xfrm>
          <a:custGeom>
            <a:avLst/>
            <a:gdLst>
              <a:gd name="T0" fmla="*/ 2709 w 7873"/>
              <a:gd name="T1" fmla="*/ 1592 h 7791"/>
              <a:gd name="T2" fmla="*/ 5329 w 7873"/>
              <a:gd name="T3" fmla="*/ 1624 h 7791"/>
              <a:gd name="T4" fmla="*/ 5782 w 7873"/>
              <a:gd name="T5" fmla="*/ 969 h 7791"/>
              <a:gd name="T6" fmla="*/ 5477 w 7873"/>
              <a:gd name="T7" fmla="*/ 432 h 7791"/>
              <a:gd name="T8" fmla="*/ 4004 w 7873"/>
              <a:gd name="T9" fmla="*/ 13 h 7791"/>
              <a:gd name="T10" fmla="*/ 2709 w 7873"/>
              <a:gd name="T11" fmla="*/ 368 h 7791"/>
              <a:gd name="T12" fmla="*/ 2352 w 7873"/>
              <a:gd name="T13" fmla="*/ 840 h 7791"/>
              <a:gd name="T14" fmla="*/ 2709 w 7873"/>
              <a:gd name="T15" fmla="*/ 1592 h 7791"/>
              <a:gd name="T16" fmla="*/ 2699 w 7873"/>
              <a:gd name="T17" fmla="*/ 2258 h 7791"/>
              <a:gd name="T18" fmla="*/ 3046 w 7873"/>
              <a:gd name="T19" fmla="*/ 2376 h 7791"/>
              <a:gd name="T20" fmla="*/ 3351 w 7873"/>
              <a:gd name="T21" fmla="*/ 2537 h 7791"/>
              <a:gd name="T22" fmla="*/ 4656 w 7873"/>
              <a:gd name="T23" fmla="*/ 2570 h 7791"/>
              <a:gd name="T24" fmla="*/ 5624 w 7873"/>
              <a:gd name="T25" fmla="*/ 2076 h 7791"/>
              <a:gd name="T26" fmla="*/ 5782 w 7873"/>
              <a:gd name="T27" fmla="*/ 1335 h 7791"/>
              <a:gd name="T28" fmla="*/ 5698 w 7873"/>
              <a:gd name="T29" fmla="*/ 1592 h 7791"/>
              <a:gd name="T30" fmla="*/ 2331 w 7873"/>
              <a:gd name="T31" fmla="*/ 1335 h 7791"/>
              <a:gd name="T32" fmla="*/ 2699 w 7873"/>
              <a:gd name="T33" fmla="*/ 2258 h 7791"/>
              <a:gd name="T34" fmla="*/ 3730 w 7873"/>
              <a:gd name="T35" fmla="*/ 2903 h 7791"/>
              <a:gd name="T36" fmla="*/ 3888 w 7873"/>
              <a:gd name="T37" fmla="*/ 3300 h 7791"/>
              <a:gd name="T38" fmla="*/ 4414 w 7873"/>
              <a:gd name="T39" fmla="*/ 3128 h 7791"/>
              <a:gd name="T40" fmla="*/ 5519 w 7873"/>
              <a:gd name="T41" fmla="*/ 2849 h 7791"/>
              <a:gd name="T42" fmla="*/ 5782 w 7873"/>
              <a:gd name="T43" fmla="*/ 2011 h 7791"/>
              <a:gd name="T44" fmla="*/ 5761 w 7873"/>
              <a:gd name="T45" fmla="*/ 2140 h 7791"/>
              <a:gd name="T46" fmla="*/ 3730 w 7873"/>
              <a:gd name="T47" fmla="*/ 2903 h 7791"/>
              <a:gd name="T48" fmla="*/ 3330 w 7873"/>
              <a:gd name="T49" fmla="*/ 2967 h 7791"/>
              <a:gd name="T50" fmla="*/ 1752 w 7873"/>
              <a:gd name="T51" fmla="*/ 2494 h 7791"/>
              <a:gd name="T52" fmla="*/ 742 w 7873"/>
              <a:gd name="T53" fmla="*/ 2709 h 7791"/>
              <a:gd name="T54" fmla="*/ 152 w 7873"/>
              <a:gd name="T55" fmla="*/ 3644 h 7791"/>
              <a:gd name="T56" fmla="*/ 1815 w 7873"/>
              <a:gd name="T57" fmla="*/ 4428 h 7791"/>
              <a:gd name="T58" fmla="*/ 3530 w 7873"/>
              <a:gd name="T59" fmla="*/ 3687 h 7791"/>
              <a:gd name="T60" fmla="*/ 3330 w 7873"/>
              <a:gd name="T61" fmla="*/ 2967 h 7791"/>
              <a:gd name="T62" fmla="*/ 3236 w 7873"/>
              <a:gd name="T63" fmla="*/ 4267 h 7791"/>
              <a:gd name="T64" fmla="*/ 100 w 7873"/>
              <a:gd name="T65" fmla="*/ 3837 h 7791"/>
              <a:gd name="T66" fmla="*/ 289 w 7873"/>
              <a:gd name="T67" fmla="*/ 4567 h 7791"/>
              <a:gd name="T68" fmla="*/ 3036 w 7873"/>
              <a:gd name="T69" fmla="*/ 4825 h 7791"/>
              <a:gd name="T70" fmla="*/ 3288 w 7873"/>
              <a:gd name="T71" fmla="*/ 4234 h 7791"/>
              <a:gd name="T72" fmla="*/ 3236 w 7873"/>
              <a:gd name="T73" fmla="*/ 4267 h 7791"/>
              <a:gd name="T74" fmla="*/ 7676 w 7873"/>
              <a:gd name="T75" fmla="*/ 4686 h 7791"/>
              <a:gd name="T76" fmla="*/ 5708 w 7873"/>
              <a:gd name="T77" fmla="*/ 3407 h 7791"/>
              <a:gd name="T78" fmla="*/ 4193 w 7873"/>
              <a:gd name="T79" fmla="*/ 4063 h 7791"/>
              <a:gd name="T80" fmla="*/ 3572 w 7873"/>
              <a:gd name="T81" fmla="*/ 5620 h 7791"/>
              <a:gd name="T82" fmla="*/ 4214 w 7873"/>
              <a:gd name="T83" fmla="*/ 7145 h 7791"/>
              <a:gd name="T84" fmla="*/ 5740 w 7873"/>
              <a:gd name="T85" fmla="*/ 7779 h 7791"/>
              <a:gd name="T86" fmla="*/ 7245 w 7873"/>
              <a:gd name="T87" fmla="*/ 7134 h 7791"/>
              <a:gd name="T88" fmla="*/ 7866 w 7873"/>
              <a:gd name="T89" fmla="*/ 5577 h 7791"/>
              <a:gd name="T90" fmla="*/ 7676 w 7873"/>
              <a:gd name="T91" fmla="*/ 4686 h 7791"/>
              <a:gd name="T92" fmla="*/ 5719 w 7873"/>
              <a:gd name="T93" fmla="*/ 6286 h 7791"/>
              <a:gd name="T94" fmla="*/ 4267 w 7873"/>
              <a:gd name="T95" fmla="*/ 5953 h 7791"/>
              <a:gd name="T96" fmla="*/ 4330 w 7873"/>
              <a:gd name="T97" fmla="*/ 5556 h 7791"/>
              <a:gd name="T98" fmla="*/ 5603 w 7873"/>
              <a:gd name="T99" fmla="*/ 5867 h 7791"/>
              <a:gd name="T100" fmla="*/ 6908 w 7873"/>
              <a:gd name="T101" fmla="*/ 3977 h 7791"/>
              <a:gd name="T102" fmla="*/ 7255 w 7873"/>
              <a:gd name="T103" fmla="*/ 4535 h 7791"/>
              <a:gd name="T104" fmla="*/ 5719 w 7873"/>
              <a:gd name="T105" fmla="*/ 6286 h 7791"/>
              <a:gd name="T106" fmla="*/ 121 w 7873"/>
              <a:gd name="T107" fmla="*/ 4492 h 7791"/>
              <a:gd name="T108" fmla="*/ 152 w 7873"/>
              <a:gd name="T109" fmla="*/ 5008 h 7791"/>
              <a:gd name="T110" fmla="*/ 1310 w 7873"/>
              <a:gd name="T111" fmla="*/ 5738 h 7791"/>
              <a:gd name="T112" fmla="*/ 2930 w 7873"/>
              <a:gd name="T113" fmla="*/ 5566 h 7791"/>
              <a:gd name="T114" fmla="*/ 2962 w 7873"/>
              <a:gd name="T115" fmla="*/ 5169 h 7791"/>
              <a:gd name="T116" fmla="*/ 121 w 7873"/>
              <a:gd name="T117" fmla="*/ 4492 h 77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7873" h="7791">
                <a:moveTo>
                  <a:pt x="2709" y="1592"/>
                </a:moveTo>
                <a:cubicBezTo>
                  <a:pt x="3377" y="2060"/>
                  <a:pt x="4681" y="2036"/>
                  <a:pt x="5329" y="1624"/>
                </a:cubicBezTo>
                <a:cubicBezTo>
                  <a:pt x="5545" y="1487"/>
                  <a:pt x="5785" y="1286"/>
                  <a:pt x="5782" y="969"/>
                </a:cubicBezTo>
                <a:cubicBezTo>
                  <a:pt x="5780" y="712"/>
                  <a:pt x="5610" y="541"/>
                  <a:pt x="5477" y="432"/>
                </a:cubicBezTo>
                <a:cubicBezTo>
                  <a:pt x="5134" y="153"/>
                  <a:pt x="4575" y="0"/>
                  <a:pt x="4004" y="13"/>
                </a:cubicBezTo>
                <a:cubicBezTo>
                  <a:pt x="3452" y="27"/>
                  <a:pt x="3028" y="142"/>
                  <a:pt x="2709" y="368"/>
                </a:cubicBezTo>
                <a:cubicBezTo>
                  <a:pt x="2579" y="460"/>
                  <a:pt x="2397" y="651"/>
                  <a:pt x="2352" y="840"/>
                </a:cubicBezTo>
                <a:cubicBezTo>
                  <a:pt x="2268" y="1188"/>
                  <a:pt x="2508" y="1452"/>
                  <a:pt x="2709" y="1592"/>
                </a:cubicBezTo>
                <a:close/>
                <a:moveTo>
                  <a:pt x="2699" y="2258"/>
                </a:moveTo>
                <a:cubicBezTo>
                  <a:pt x="2797" y="2310"/>
                  <a:pt x="2931" y="2327"/>
                  <a:pt x="3046" y="2376"/>
                </a:cubicBezTo>
                <a:cubicBezTo>
                  <a:pt x="3149" y="2421"/>
                  <a:pt x="3244" y="2499"/>
                  <a:pt x="3351" y="2537"/>
                </a:cubicBezTo>
                <a:cubicBezTo>
                  <a:pt x="3702" y="2664"/>
                  <a:pt x="4247" y="2653"/>
                  <a:pt x="4656" y="2570"/>
                </a:cubicBezTo>
                <a:cubicBezTo>
                  <a:pt x="5060" y="2487"/>
                  <a:pt x="5429" y="2312"/>
                  <a:pt x="5624" y="2076"/>
                </a:cubicBezTo>
                <a:cubicBezTo>
                  <a:pt x="5764" y="1906"/>
                  <a:pt x="5830" y="1635"/>
                  <a:pt x="5782" y="1335"/>
                </a:cubicBezTo>
                <a:cubicBezTo>
                  <a:pt x="5772" y="1424"/>
                  <a:pt x="5742" y="1519"/>
                  <a:pt x="5698" y="1592"/>
                </a:cubicBezTo>
                <a:cubicBezTo>
                  <a:pt x="5156" y="2500"/>
                  <a:pt x="2595" y="2483"/>
                  <a:pt x="2331" y="1335"/>
                </a:cubicBezTo>
                <a:cubicBezTo>
                  <a:pt x="2289" y="1782"/>
                  <a:pt x="2428" y="2114"/>
                  <a:pt x="2699" y="2258"/>
                </a:cubicBezTo>
                <a:close/>
                <a:moveTo>
                  <a:pt x="3730" y="2903"/>
                </a:moveTo>
                <a:cubicBezTo>
                  <a:pt x="3794" y="3024"/>
                  <a:pt x="3869" y="3133"/>
                  <a:pt x="3888" y="3300"/>
                </a:cubicBezTo>
                <a:cubicBezTo>
                  <a:pt x="4160" y="3343"/>
                  <a:pt x="4254" y="3211"/>
                  <a:pt x="4414" y="3128"/>
                </a:cubicBezTo>
                <a:cubicBezTo>
                  <a:pt x="4739" y="2959"/>
                  <a:pt x="5059" y="2880"/>
                  <a:pt x="5519" y="2849"/>
                </a:cubicBezTo>
                <a:cubicBezTo>
                  <a:pt x="5727" y="2700"/>
                  <a:pt x="5840" y="2396"/>
                  <a:pt x="5782" y="2011"/>
                </a:cubicBezTo>
                <a:cubicBezTo>
                  <a:pt x="5775" y="2060"/>
                  <a:pt x="5774" y="2105"/>
                  <a:pt x="5761" y="2140"/>
                </a:cubicBezTo>
                <a:cubicBezTo>
                  <a:pt x="5540" y="2743"/>
                  <a:pt x="4538" y="2972"/>
                  <a:pt x="3730" y="2903"/>
                </a:cubicBezTo>
                <a:close/>
                <a:moveTo>
                  <a:pt x="3330" y="2967"/>
                </a:moveTo>
                <a:cubicBezTo>
                  <a:pt x="2977" y="2629"/>
                  <a:pt x="2385" y="2464"/>
                  <a:pt x="1752" y="2494"/>
                </a:cubicBezTo>
                <a:cubicBezTo>
                  <a:pt x="1329" y="2515"/>
                  <a:pt x="1030" y="2573"/>
                  <a:pt x="742" y="2709"/>
                </a:cubicBezTo>
                <a:cubicBezTo>
                  <a:pt x="435" y="2855"/>
                  <a:pt x="0" y="3158"/>
                  <a:pt x="152" y="3644"/>
                </a:cubicBezTo>
                <a:cubicBezTo>
                  <a:pt x="317" y="4167"/>
                  <a:pt x="1145" y="4424"/>
                  <a:pt x="1815" y="4428"/>
                </a:cubicBezTo>
                <a:cubicBezTo>
                  <a:pt x="2518" y="4432"/>
                  <a:pt x="3327" y="4194"/>
                  <a:pt x="3530" y="3687"/>
                </a:cubicBezTo>
                <a:cubicBezTo>
                  <a:pt x="3654" y="3377"/>
                  <a:pt x="3498" y="3127"/>
                  <a:pt x="3330" y="2967"/>
                </a:cubicBezTo>
                <a:close/>
                <a:moveTo>
                  <a:pt x="3236" y="4267"/>
                </a:moveTo>
                <a:cubicBezTo>
                  <a:pt x="2479" y="4956"/>
                  <a:pt x="393" y="4883"/>
                  <a:pt x="100" y="3837"/>
                </a:cubicBezTo>
                <a:cubicBezTo>
                  <a:pt x="89" y="4158"/>
                  <a:pt x="149" y="4405"/>
                  <a:pt x="289" y="4567"/>
                </a:cubicBezTo>
                <a:cubicBezTo>
                  <a:pt x="809" y="5172"/>
                  <a:pt x="2306" y="5269"/>
                  <a:pt x="3036" y="4825"/>
                </a:cubicBezTo>
                <a:cubicBezTo>
                  <a:pt x="3102" y="4610"/>
                  <a:pt x="3176" y="4403"/>
                  <a:pt x="3288" y="4234"/>
                </a:cubicBezTo>
                <a:cubicBezTo>
                  <a:pt x="3260" y="4206"/>
                  <a:pt x="3247" y="4256"/>
                  <a:pt x="3236" y="4267"/>
                </a:cubicBezTo>
                <a:close/>
                <a:moveTo>
                  <a:pt x="7676" y="4686"/>
                </a:moveTo>
                <a:cubicBezTo>
                  <a:pt x="7360" y="3976"/>
                  <a:pt x="6678" y="3405"/>
                  <a:pt x="5708" y="3407"/>
                </a:cubicBezTo>
                <a:cubicBezTo>
                  <a:pt x="5002" y="3409"/>
                  <a:pt x="4538" y="3710"/>
                  <a:pt x="4193" y="4063"/>
                </a:cubicBezTo>
                <a:cubicBezTo>
                  <a:pt x="3851" y="4412"/>
                  <a:pt x="3559" y="4942"/>
                  <a:pt x="3572" y="5620"/>
                </a:cubicBezTo>
                <a:cubicBezTo>
                  <a:pt x="3585" y="6291"/>
                  <a:pt x="3852" y="6780"/>
                  <a:pt x="4214" y="7145"/>
                </a:cubicBezTo>
                <a:cubicBezTo>
                  <a:pt x="4572" y="7506"/>
                  <a:pt x="5098" y="7791"/>
                  <a:pt x="5740" y="7779"/>
                </a:cubicBezTo>
                <a:cubicBezTo>
                  <a:pt x="6380" y="7767"/>
                  <a:pt x="6891" y="7500"/>
                  <a:pt x="7245" y="7134"/>
                </a:cubicBezTo>
                <a:cubicBezTo>
                  <a:pt x="7592" y="6776"/>
                  <a:pt x="7873" y="6254"/>
                  <a:pt x="7866" y="5577"/>
                </a:cubicBezTo>
                <a:cubicBezTo>
                  <a:pt x="7862" y="5260"/>
                  <a:pt x="7791" y="4942"/>
                  <a:pt x="7676" y="4686"/>
                </a:cubicBezTo>
                <a:close/>
                <a:moveTo>
                  <a:pt x="5719" y="6286"/>
                </a:moveTo>
                <a:cubicBezTo>
                  <a:pt x="5246" y="6164"/>
                  <a:pt x="4746" y="6069"/>
                  <a:pt x="4267" y="5953"/>
                </a:cubicBezTo>
                <a:cubicBezTo>
                  <a:pt x="4280" y="5812"/>
                  <a:pt x="4304" y="5683"/>
                  <a:pt x="4330" y="5556"/>
                </a:cubicBezTo>
                <a:cubicBezTo>
                  <a:pt x="4751" y="5663"/>
                  <a:pt x="5186" y="5756"/>
                  <a:pt x="5603" y="5867"/>
                </a:cubicBezTo>
                <a:cubicBezTo>
                  <a:pt x="6042" y="5241"/>
                  <a:pt x="6475" y="4609"/>
                  <a:pt x="6908" y="3977"/>
                </a:cubicBezTo>
                <a:cubicBezTo>
                  <a:pt x="7035" y="4151"/>
                  <a:pt x="7136" y="4353"/>
                  <a:pt x="7255" y="4535"/>
                </a:cubicBezTo>
                <a:cubicBezTo>
                  <a:pt x="6754" y="5129"/>
                  <a:pt x="6248" y="5720"/>
                  <a:pt x="5719" y="6286"/>
                </a:cubicBezTo>
                <a:close/>
                <a:moveTo>
                  <a:pt x="121" y="4492"/>
                </a:moveTo>
                <a:cubicBezTo>
                  <a:pt x="128" y="4663"/>
                  <a:pt x="104" y="4863"/>
                  <a:pt x="152" y="5008"/>
                </a:cubicBezTo>
                <a:cubicBezTo>
                  <a:pt x="286" y="5405"/>
                  <a:pt x="816" y="5648"/>
                  <a:pt x="1310" y="5738"/>
                </a:cubicBezTo>
                <a:cubicBezTo>
                  <a:pt x="1869" y="5840"/>
                  <a:pt x="2512" y="5761"/>
                  <a:pt x="2930" y="5566"/>
                </a:cubicBezTo>
                <a:cubicBezTo>
                  <a:pt x="2928" y="5421"/>
                  <a:pt x="2946" y="5296"/>
                  <a:pt x="2962" y="5169"/>
                </a:cubicBezTo>
                <a:cubicBezTo>
                  <a:pt x="2038" y="5580"/>
                  <a:pt x="359" y="5455"/>
                  <a:pt x="121" y="449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pSp>
        <p:nvGrpSpPr>
          <p:cNvPr id="20" name="Group 45"/>
          <p:cNvGrpSpPr/>
          <p:nvPr/>
        </p:nvGrpSpPr>
        <p:grpSpPr>
          <a:xfrm>
            <a:off x="7223261" y="2421356"/>
            <a:ext cx="370803" cy="545412"/>
            <a:chOff x="9209088" y="5059363"/>
            <a:chExt cx="300038" cy="441324"/>
          </a:xfrm>
          <a:solidFill>
            <a:schemeClr val="bg1"/>
          </a:solidFill>
        </p:grpSpPr>
        <p:sp>
          <p:nvSpPr>
            <p:cNvPr id="21" name="Freeform 412"/>
            <p:cNvSpPr/>
            <p:nvPr/>
          </p:nvSpPr>
          <p:spPr bwMode="auto">
            <a:xfrm>
              <a:off x="9313863" y="5059363"/>
              <a:ext cx="90488" cy="90487"/>
            </a:xfrm>
            <a:custGeom>
              <a:avLst/>
              <a:gdLst>
                <a:gd name="T0" fmla="*/ 343 w 686"/>
                <a:gd name="T1" fmla="*/ 0 h 686"/>
                <a:gd name="T2" fmla="*/ 390 w 686"/>
                <a:gd name="T3" fmla="*/ 3 h 686"/>
                <a:gd name="T4" fmla="*/ 435 w 686"/>
                <a:gd name="T5" fmla="*/ 12 h 686"/>
                <a:gd name="T6" fmla="*/ 477 w 686"/>
                <a:gd name="T7" fmla="*/ 27 h 686"/>
                <a:gd name="T8" fmla="*/ 517 w 686"/>
                <a:gd name="T9" fmla="*/ 46 h 686"/>
                <a:gd name="T10" fmla="*/ 553 w 686"/>
                <a:gd name="T11" fmla="*/ 71 h 686"/>
                <a:gd name="T12" fmla="*/ 586 w 686"/>
                <a:gd name="T13" fmla="*/ 100 h 686"/>
                <a:gd name="T14" fmla="*/ 615 w 686"/>
                <a:gd name="T15" fmla="*/ 133 h 686"/>
                <a:gd name="T16" fmla="*/ 640 w 686"/>
                <a:gd name="T17" fmla="*/ 169 h 686"/>
                <a:gd name="T18" fmla="*/ 659 w 686"/>
                <a:gd name="T19" fmla="*/ 209 h 686"/>
                <a:gd name="T20" fmla="*/ 674 w 686"/>
                <a:gd name="T21" fmla="*/ 251 h 686"/>
                <a:gd name="T22" fmla="*/ 683 w 686"/>
                <a:gd name="T23" fmla="*/ 296 h 686"/>
                <a:gd name="T24" fmla="*/ 686 w 686"/>
                <a:gd name="T25" fmla="*/ 342 h 686"/>
                <a:gd name="T26" fmla="*/ 683 w 686"/>
                <a:gd name="T27" fmla="*/ 389 h 686"/>
                <a:gd name="T28" fmla="*/ 674 w 686"/>
                <a:gd name="T29" fmla="*/ 434 h 686"/>
                <a:gd name="T30" fmla="*/ 659 w 686"/>
                <a:gd name="T31" fmla="*/ 476 h 686"/>
                <a:gd name="T32" fmla="*/ 640 w 686"/>
                <a:gd name="T33" fmla="*/ 516 h 686"/>
                <a:gd name="T34" fmla="*/ 615 w 686"/>
                <a:gd name="T35" fmla="*/ 552 h 686"/>
                <a:gd name="T36" fmla="*/ 586 w 686"/>
                <a:gd name="T37" fmla="*/ 585 h 686"/>
                <a:gd name="T38" fmla="*/ 553 w 686"/>
                <a:gd name="T39" fmla="*/ 614 h 686"/>
                <a:gd name="T40" fmla="*/ 517 w 686"/>
                <a:gd name="T41" fmla="*/ 639 h 686"/>
                <a:gd name="T42" fmla="*/ 477 w 686"/>
                <a:gd name="T43" fmla="*/ 659 h 686"/>
                <a:gd name="T44" fmla="*/ 435 w 686"/>
                <a:gd name="T45" fmla="*/ 674 h 686"/>
                <a:gd name="T46" fmla="*/ 390 w 686"/>
                <a:gd name="T47" fmla="*/ 682 h 686"/>
                <a:gd name="T48" fmla="*/ 343 w 686"/>
                <a:gd name="T49" fmla="*/ 686 h 686"/>
                <a:gd name="T50" fmla="*/ 296 w 686"/>
                <a:gd name="T51" fmla="*/ 682 h 686"/>
                <a:gd name="T52" fmla="*/ 252 w 686"/>
                <a:gd name="T53" fmla="*/ 674 h 686"/>
                <a:gd name="T54" fmla="*/ 210 w 686"/>
                <a:gd name="T55" fmla="*/ 659 h 686"/>
                <a:gd name="T56" fmla="*/ 170 w 686"/>
                <a:gd name="T57" fmla="*/ 639 h 686"/>
                <a:gd name="T58" fmla="*/ 134 w 686"/>
                <a:gd name="T59" fmla="*/ 614 h 686"/>
                <a:gd name="T60" fmla="*/ 101 w 686"/>
                <a:gd name="T61" fmla="*/ 585 h 686"/>
                <a:gd name="T62" fmla="*/ 72 w 686"/>
                <a:gd name="T63" fmla="*/ 552 h 686"/>
                <a:gd name="T64" fmla="*/ 48 w 686"/>
                <a:gd name="T65" fmla="*/ 516 h 686"/>
                <a:gd name="T66" fmla="*/ 27 w 686"/>
                <a:gd name="T67" fmla="*/ 476 h 686"/>
                <a:gd name="T68" fmla="*/ 13 w 686"/>
                <a:gd name="T69" fmla="*/ 434 h 686"/>
                <a:gd name="T70" fmla="*/ 4 w 686"/>
                <a:gd name="T71" fmla="*/ 389 h 686"/>
                <a:gd name="T72" fmla="*/ 0 w 686"/>
                <a:gd name="T73" fmla="*/ 342 h 686"/>
                <a:gd name="T74" fmla="*/ 4 w 686"/>
                <a:gd name="T75" fmla="*/ 296 h 686"/>
                <a:gd name="T76" fmla="*/ 13 w 686"/>
                <a:gd name="T77" fmla="*/ 251 h 686"/>
                <a:gd name="T78" fmla="*/ 27 w 686"/>
                <a:gd name="T79" fmla="*/ 209 h 686"/>
                <a:gd name="T80" fmla="*/ 48 w 686"/>
                <a:gd name="T81" fmla="*/ 169 h 686"/>
                <a:gd name="T82" fmla="*/ 72 w 686"/>
                <a:gd name="T83" fmla="*/ 133 h 686"/>
                <a:gd name="T84" fmla="*/ 101 w 686"/>
                <a:gd name="T85" fmla="*/ 100 h 686"/>
                <a:gd name="T86" fmla="*/ 134 w 686"/>
                <a:gd name="T87" fmla="*/ 71 h 686"/>
                <a:gd name="T88" fmla="*/ 170 w 686"/>
                <a:gd name="T89" fmla="*/ 46 h 686"/>
                <a:gd name="T90" fmla="*/ 210 w 686"/>
                <a:gd name="T91" fmla="*/ 27 h 686"/>
                <a:gd name="T92" fmla="*/ 252 w 686"/>
                <a:gd name="T93" fmla="*/ 12 h 686"/>
                <a:gd name="T94" fmla="*/ 296 w 686"/>
                <a:gd name="T95" fmla="*/ 3 h 686"/>
                <a:gd name="T96" fmla="*/ 343 w 686"/>
                <a:gd name="T97" fmla="*/ 0 h 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6" h="686">
                  <a:moveTo>
                    <a:pt x="343" y="0"/>
                  </a:moveTo>
                  <a:lnTo>
                    <a:pt x="390" y="3"/>
                  </a:lnTo>
                  <a:lnTo>
                    <a:pt x="435" y="12"/>
                  </a:lnTo>
                  <a:lnTo>
                    <a:pt x="477" y="27"/>
                  </a:lnTo>
                  <a:lnTo>
                    <a:pt x="517" y="46"/>
                  </a:lnTo>
                  <a:lnTo>
                    <a:pt x="553" y="71"/>
                  </a:lnTo>
                  <a:lnTo>
                    <a:pt x="586" y="100"/>
                  </a:lnTo>
                  <a:lnTo>
                    <a:pt x="615" y="133"/>
                  </a:lnTo>
                  <a:lnTo>
                    <a:pt x="640" y="169"/>
                  </a:lnTo>
                  <a:lnTo>
                    <a:pt x="659" y="209"/>
                  </a:lnTo>
                  <a:lnTo>
                    <a:pt x="674" y="251"/>
                  </a:lnTo>
                  <a:lnTo>
                    <a:pt x="683" y="296"/>
                  </a:lnTo>
                  <a:lnTo>
                    <a:pt x="686" y="342"/>
                  </a:lnTo>
                  <a:lnTo>
                    <a:pt x="683" y="389"/>
                  </a:lnTo>
                  <a:lnTo>
                    <a:pt x="674" y="434"/>
                  </a:lnTo>
                  <a:lnTo>
                    <a:pt x="659" y="476"/>
                  </a:lnTo>
                  <a:lnTo>
                    <a:pt x="640" y="516"/>
                  </a:lnTo>
                  <a:lnTo>
                    <a:pt x="615" y="552"/>
                  </a:lnTo>
                  <a:lnTo>
                    <a:pt x="586" y="585"/>
                  </a:lnTo>
                  <a:lnTo>
                    <a:pt x="553" y="614"/>
                  </a:lnTo>
                  <a:lnTo>
                    <a:pt x="517" y="639"/>
                  </a:lnTo>
                  <a:lnTo>
                    <a:pt x="477" y="659"/>
                  </a:lnTo>
                  <a:lnTo>
                    <a:pt x="435" y="674"/>
                  </a:lnTo>
                  <a:lnTo>
                    <a:pt x="390" y="682"/>
                  </a:lnTo>
                  <a:lnTo>
                    <a:pt x="343" y="686"/>
                  </a:lnTo>
                  <a:lnTo>
                    <a:pt x="296" y="682"/>
                  </a:lnTo>
                  <a:lnTo>
                    <a:pt x="252" y="674"/>
                  </a:lnTo>
                  <a:lnTo>
                    <a:pt x="210" y="659"/>
                  </a:lnTo>
                  <a:lnTo>
                    <a:pt x="170" y="639"/>
                  </a:lnTo>
                  <a:lnTo>
                    <a:pt x="134" y="614"/>
                  </a:lnTo>
                  <a:lnTo>
                    <a:pt x="101" y="585"/>
                  </a:lnTo>
                  <a:lnTo>
                    <a:pt x="72" y="552"/>
                  </a:lnTo>
                  <a:lnTo>
                    <a:pt x="48" y="516"/>
                  </a:lnTo>
                  <a:lnTo>
                    <a:pt x="27" y="476"/>
                  </a:lnTo>
                  <a:lnTo>
                    <a:pt x="13" y="434"/>
                  </a:lnTo>
                  <a:lnTo>
                    <a:pt x="4" y="389"/>
                  </a:lnTo>
                  <a:lnTo>
                    <a:pt x="0" y="342"/>
                  </a:lnTo>
                  <a:lnTo>
                    <a:pt x="4" y="296"/>
                  </a:lnTo>
                  <a:lnTo>
                    <a:pt x="13" y="251"/>
                  </a:lnTo>
                  <a:lnTo>
                    <a:pt x="27" y="209"/>
                  </a:lnTo>
                  <a:lnTo>
                    <a:pt x="48" y="169"/>
                  </a:lnTo>
                  <a:lnTo>
                    <a:pt x="72" y="133"/>
                  </a:lnTo>
                  <a:lnTo>
                    <a:pt x="101" y="100"/>
                  </a:lnTo>
                  <a:lnTo>
                    <a:pt x="134" y="71"/>
                  </a:lnTo>
                  <a:lnTo>
                    <a:pt x="170" y="46"/>
                  </a:lnTo>
                  <a:lnTo>
                    <a:pt x="210" y="27"/>
                  </a:lnTo>
                  <a:lnTo>
                    <a:pt x="252" y="12"/>
                  </a:lnTo>
                  <a:lnTo>
                    <a:pt x="296" y="3"/>
                  </a:lnTo>
                  <a:lnTo>
                    <a:pt x="34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inpin heiti" charset="-122"/>
              </a:endParaRPr>
            </a:p>
          </p:txBody>
        </p:sp>
        <p:sp>
          <p:nvSpPr>
            <p:cNvPr id="22" name="Freeform 413"/>
            <p:cNvSpPr/>
            <p:nvPr/>
          </p:nvSpPr>
          <p:spPr bwMode="auto">
            <a:xfrm>
              <a:off x="9288463" y="5156200"/>
              <a:ext cx="141288" cy="344487"/>
            </a:xfrm>
            <a:custGeom>
              <a:avLst/>
              <a:gdLst>
                <a:gd name="T0" fmla="*/ 925 w 1073"/>
                <a:gd name="T1" fmla="*/ 1 h 2605"/>
                <a:gd name="T2" fmla="*/ 982 w 1073"/>
                <a:gd name="T3" fmla="*/ 12 h 2605"/>
                <a:gd name="T4" fmla="*/ 1029 w 1073"/>
                <a:gd name="T5" fmla="*/ 45 h 2605"/>
                <a:gd name="T6" fmla="*/ 1061 w 1073"/>
                <a:gd name="T7" fmla="*/ 91 h 2605"/>
                <a:gd name="T8" fmla="*/ 1073 w 1073"/>
                <a:gd name="T9" fmla="*/ 149 h 2605"/>
                <a:gd name="T10" fmla="*/ 1069 w 1073"/>
                <a:gd name="T11" fmla="*/ 1419 h 2605"/>
                <a:gd name="T12" fmla="*/ 1048 w 1073"/>
                <a:gd name="T13" fmla="*/ 1472 h 2605"/>
                <a:gd name="T14" fmla="*/ 1007 w 1073"/>
                <a:gd name="T15" fmla="*/ 1512 h 2605"/>
                <a:gd name="T16" fmla="*/ 954 w 1073"/>
                <a:gd name="T17" fmla="*/ 1535 h 2605"/>
                <a:gd name="T18" fmla="*/ 900 w 1073"/>
                <a:gd name="T19" fmla="*/ 1536 h 2605"/>
                <a:gd name="T20" fmla="*/ 854 w 1073"/>
                <a:gd name="T21" fmla="*/ 1520 h 2605"/>
                <a:gd name="T22" fmla="*/ 835 w 1073"/>
                <a:gd name="T23" fmla="*/ 2456 h 2605"/>
                <a:gd name="T24" fmla="*/ 824 w 1073"/>
                <a:gd name="T25" fmla="*/ 2515 h 2605"/>
                <a:gd name="T26" fmla="*/ 792 w 1073"/>
                <a:gd name="T27" fmla="*/ 2561 h 2605"/>
                <a:gd name="T28" fmla="*/ 744 w 1073"/>
                <a:gd name="T29" fmla="*/ 2593 h 2605"/>
                <a:gd name="T30" fmla="*/ 687 w 1073"/>
                <a:gd name="T31" fmla="*/ 2605 h 2605"/>
                <a:gd name="T32" fmla="*/ 629 w 1073"/>
                <a:gd name="T33" fmla="*/ 2593 h 2605"/>
                <a:gd name="T34" fmla="*/ 582 w 1073"/>
                <a:gd name="T35" fmla="*/ 2561 h 2605"/>
                <a:gd name="T36" fmla="*/ 551 w 1073"/>
                <a:gd name="T37" fmla="*/ 2515 h 2605"/>
                <a:gd name="T38" fmla="*/ 539 w 1073"/>
                <a:gd name="T39" fmla="*/ 2456 h 2605"/>
                <a:gd name="T40" fmla="*/ 532 w 1073"/>
                <a:gd name="T41" fmla="*/ 2486 h 2605"/>
                <a:gd name="T42" fmla="*/ 509 w 1073"/>
                <a:gd name="T43" fmla="*/ 2539 h 2605"/>
                <a:gd name="T44" fmla="*/ 469 w 1073"/>
                <a:gd name="T45" fmla="*/ 2579 h 2605"/>
                <a:gd name="T46" fmla="*/ 416 w 1073"/>
                <a:gd name="T47" fmla="*/ 2602 h 2605"/>
                <a:gd name="T48" fmla="*/ 357 w 1073"/>
                <a:gd name="T49" fmla="*/ 2602 h 2605"/>
                <a:gd name="T50" fmla="*/ 304 w 1073"/>
                <a:gd name="T51" fmla="*/ 2579 h 2605"/>
                <a:gd name="T52" fmla="*/ 263 w 1073"/>
                <a:gd name="T53" fmla="*/ 2539 h 2605"/>
                <a:gd name="T54" fmla="*/ 241 w 1073"/>
                <a:gd name="T55" fmla="*/ 2486 h 2605"/>
                <a:gd name="T56" fmla="*/ 238 w 1073"/>
                <a:gd name="T57" fmla="*/ 1507 h 2605"/>
                <a:gd name="T58" fmla="*/ 197 w 1073"/>
                <a:gd name="T59" fmla="*/ 1530 h 2605"/>
                <a:gd name="T60" fmla="*/ 148 w 1073"/>
                <a:gd name="T61" fmla="*/ 1538 h 2605"/>
                <a:gd name="T62" fmla="*/ 91 w 1073"/>
                <a:gd name="T63" fmla="*/ 1526 h 2605"/>
                <a:gd name="T64" fmla="*/ 43 w 1073"/>
                <a:gd name="T65" fmla="*/ 1495 h 2605"/>
                <a:gd name="T66" fmla="*/ 12 w 1073"/>
                <a:gd name="T67" fmla="*/ 1447 h 2605"/>
                <a:gd name="T68" fmla="*/ 0 w 1073"/>
                <a:gd name="T69" fmla="*/ 1389 h 2605"/>
                <a:gd name="T70" fmla="*/ 3 w 1073"/>
                <a:gd name="T71" fmla="*/ 119 h 2605"/>
                <a:gd name="T72" fmla="*/ 25 w 1073"/>
                <a:gd name="T73" fmla="*/ 67 h 2605"/>
                <a:gd name="T74" fmla="*/ 64 w 1073"/>
                <a:gd name="T75" fmla="*/ 27 h 2605"/>
                <a:gd name="T76" fmla="*/ 116 w 1073"/>
                <a:gd name="T77" fmla="*/ 5 h 2605"/>
                <a:gd name="T78" fmla="*/ 145 w 1073"/>
                <a:gd name="T79" fmla="*/ 0 h 26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73" h="2605">
                  <a:moveTo>
                    <a:pt x="145" y="0"/>
                  </a:moveTo>
                  <a:lnTo>
                    <a:pt x="925" y="1"/>
                  </a:lnTo>
                  <a:lnTo>
                    <a:pt x="954" y="4"/>
                  </a:lnTo>
                  <a:lnTo>
                    <a:pt x="982" y="12"/>
                  </a:lnTo>
                  <a:lnTo>
                    <a:pt x="1007" y="26"/>
                  </a:lnTo>
                  <a:lnTo>
                    <a:pt x="1029" y="45"/>
                  </a:lnTo>
                  <a:lnTo>
                    <a:pt x="1048" y="66"/>
                  </a:lnTo>
                  <a:lnTo>
                    <a:pt x="1061" y="91"/>
                  </a:lnTo>
                  <a:lnTo>
                    <a:pt x="1069" y="119"/>
                  </a:lnTo>
                  <a:lnTo>
                    <a:pt x="1073" y="149"/>
                  </a:lnTo>
                  <a:lnTo>
                    <a:pt x="1073" y="1389"/>
                  </a:lnTo>
                  <a:lnTo>
                    <a:pt x="1069" y="1419"/>
                  </a:lnTo>
                  <a:lnTo>
                    <a:pt x="1061" y="1447"/>
                  </a:lnTo>
                  <a:lnTo>
                    <a:pt x="1048" y="1472"/>
                  </a:lnTo>
                  <a:lnTo>
                    <a:pt x="1029" y="1495"/>
                  </a:lnTo>
                  <a:lnTo>
                    <a:pt x="1007" y="1512"/>
                  </a:lnTo>
                  <a:lnTo>
                    <a:pt x="982" y="1526"/>
                  </a:lnTo>
                  <a:lnTo>
                    <a:pt x="954" y="1535"/>
                  </a:lnTo>
                  <a:lnTo>
                    <a:pt x="925" y="1538"/>
                  </a:lnTo>
                  <a:lnTo>
                    <a:pt x="900" y="1536"/>
                  </a:lnTo>
                  <a:lnTo>
                    <a:pt x="876" y="1530"/>
                  </a:lnTo>
                  <a:lnTo>
                    <a:pt x="854" y="1520"/>
                  </a:lnTo>
                  <a:lnTo>
                    <a:pt x="835" y="1508"/>
                  </a:lnTo>
                  <a:lnTo>
                    <a:pt x="835" y="2456"/>
                  </a:lnTo>
                  <a:lnTo>
                    <a:pt x="833" y="2486"/>
                  </a:lnTo>
                  <a:lnTo>
                    <a:pt x="824" y="2515"/>
                  </a:lnTo>
                  <a:lnTo>
                    <a:pt x="810" y="2539"/>
                  </a:lnTo>
                  <a:lnTo>
                    <a:pt x="792" y="2561"/>
                  </a:lnTo>
                  <a:lnTo>
                    <a:pt x="770" y="2579"/>
                  </a:lnTo>
                  <a:lnTo>
                    <a:pt x="744" y="2593"/>
                  </a:lnTo>
                  <a:lnTo>
                    <a:pt x="717" y="2602"/>
                  </a:lnTo>
                  <a:lnTo>
                    <a:pt x="687" y="2605"/>
                  </a:lnTo>
                  <a:lnTo>
                    <a:pt x="657" y="2602"/>
                  </a:lnTo>
                  <a:lnTo>
                    <a:pt x="629" y="2593"/>
                  </a:lnTo>
                  <a:lnTo>
                    <a:pt x="604" y="2579"/>
                  </a:lnTo>
                  <a:lnTo>
                    <a:pt x="582" y="2561"/>
                  </a:lnTo>
                  <a:lnTo>
                    <a:pt x="564" y="2539"/>
                  </a:lnTo>
                  <a:lnTo>
                    <a:pt x="551" y="2515"/>
                  </a:lnTo>
                  <a:lnTo>
                    <a:pt x="542" y="2486"/>
                  </a:lnTo>
                  <a:lnTo>
                    <a:pt x="539" y="2456"/>
                  </a:lnTo>
                  <a:lnTo>
                    <a:pt x="535" y="2456"/>
                  </a:lnTo>
                  <a:lnTo>
                    <a:pt x="532" y="2486"/>
                  </a:lnTo>
                  <a:lnTo>
                    <a:pt x="523" y="2515"/>
                  </a:lnTo>
                  <a:lnTo>
                    <a:pt x="509" y="2539"/>
                  </a:lnTo>
                  <a:lnTo>
                    <a:pt x="492" y="2561"/>
                  </a:lnTo>
                  <a:lnTo>
                    <a:pt x="469" y="2579"/>
                  </a:lnTo>
                  <a:lnTo>
                    <a:pt x="444" y="2593"/>
                  </a:lnTo>
                  <a:lnTo>
                    <a:pt x="416" y="2602"/>
                  </a:lnTo>
                  <a:lnTo>
                    <a:pt x="386" y="2605"/>
                  </a:lnTo>
                  <a:lnTo>
                    <a:pt x="357" y="2602"/>
                  </a:lnTo>
                  <a:lnTo>
                    <a:pt x="328" y="2593"/>
                  </a:lnTo>
                  <a:lnTo>
                    <a:pt x="304" y="2579"/>
                  </a:lnTo>
                  <a:lnTo>
                    <a:pt x="281" y="2561"/>
                  </a:lnTo>
                  <a:lnTo>
                    <a:pt x="263" y="2539"/>
                  </a:lnTo>
                  <a:lnTo>
                    <a:pt x="250" y="2515"/>
                  </a:lnTo>
                  <a:lnTo>
                    <a:pt x="241" y="2486"/>
                  </a:lnTo>
                  <a:lnTo>
                    <a:pt x="238" y="2456"/>
                  </a:lnTo>
                  <a:lnTo>
                    <a:pt x="238" y="1507"/>
                  </a:lnTo>
                  <a:lnTo>
                    <a:pt x="218" y="1520"/>
                  </a:lnTo>
                  <a:lnTo>
                    <a:pt x="197" y="1530"/>
                  </a:lnTo>
                  <a:lnTo>
                    <a:pt x="173" y="1536"/>
                  </a:lnTo>
                  <a:lnTo>
                    <a:pt x="148" y="1538"/>
                  </a:lnTo>
                  <a:lnTo>
                    <a:pt x="119" y="1535"/>
                  </a:lnTo>
                  <a:lnTo>
                    <a:pt x="91" y="1526"/>
                  </a:lnTo>
                  <a:lnTo>
                    <a:pt x="66" y="1512"/>
                  </a:lnTo>
                  <a:lnTo>
                    <a:pt x="43" y="1495"/>
                  </a:lnTo>
                  <a:lnTo>
                    <a:pt x="25" y="1472"/>
                  </a:lnTo>
                  <a:lnTo>
                    <a:pt x="12" y="1447"/>
                  </a:lnTo>
                  <a:lnTo>
                    <a:pt x="3" y="1419"/>
                  </a:lnTo>
                  <a:lnTo>
                    <a:pt x="0" y="1389"/>
                  </a:lnTo>
                  <a:lnTo>
                    <a:pt x="0" y="149"/>
                  </a:lnTo>
                  <a:lnTo>
                    <a:pt x="3" y="119"/>
                  </a:lnTo>
                  <a:lnTo>
                    <a:pt x="11" y="92"/>
                  </a:lnTo>
                  <a:lnTo>
                    <a:pt x="25" y="67"/>
                  </a:lnTo>
                  <a:lnTo>
                    <a:pt x="42" y="46"/>
                  </a:lnTo>
                  <a:lnTo>
                    <a:pt x="64" y="27"/>
                  </a:lnTo>
                  <a:lnTo>
                    <a:pt x="89" y="13"/>
                  </a:lnTo>
                  <a:lnTo>
                    <a:pt x="116" y="5"/>
                  </a:lnTo>
                  <a:lnTo>
                    <a:pt x="145" y="1"/>
                  </a:lnTo>
                  <a:lnTo>
                    <a:pt x="1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inpin heiti" charset="-122"/>
              </a:endParaRPr>
            </a:p>
          </p:txBody>
        </p:sp>
        <p:sp>
          <p:nvSpPr>
            <p:cNvPr id="23" name="Freeform 414"/>
            <p:cNvSpPr/>
            <p:nvPr/>
          </p:nvSpPr>
          <p:spPr bwMode="auto">
            <a:xfrm>
              <a:off x="9232901" y="5059363"/>
              <a:ext cx="74613" cy="82550"/>
            </a:xfrm>
            <a:custGeom>
              <a:avLst/>
              <a:gdLst>
                <a:gd name="T0" fmla="*/ 314 w 565"/>
                <a:gd name="T1" fmla="*/ 0 h 629"/>
                <a:gd name="T2" fmla="*/ 358 w 565"/>
                <a:gd name="T3" fmla="*/ 3 h 629"/>
                <a:gd name="T4" fmla="*/ 400 w 565"/>
                <a:gd name="T5" fmla="*/ 12 h 629"/>
                <a:gd name="T6" fmla="*/ 439 w 565"/>
                <a:gd name="T7" fmla="*/ 25 h 629"/>
                <a:gd name="T8" fmla="*/ 474 w 565"/>
                <a:gd name="T9" fmla="*/ 44 h 629"/>
                <a:gd name="T10" fmla="*/ 508 w 565"/>
                <a:gd name="T11" fmla="*/ 67 h 629"/>
                <a:gd name="T12" fmla="*/ 538 w 565"/>
                <a:gd name="T13" fmla="*/ 94 h 629"/>
                <a:gd name="T14" fmla="*/ 565 w 565"/>
                <a:gd name="T15" fmla="*/ 125 h 629"/>
                <a:gd name="T16" fmla="*/ 545 w 565"/>
                <a:gd name="T17" fmla="*/ 165 h 629"/>
                <a:gd name="T18" fmla="*/ 528 w 565"/>
                <a:gd name="T19" fmla="*/ 206 h 629"/>
                <a:gd name="T20" fmla="*/ 516 w 565"/>
                <a:gd name="T21" fmla="*/ 250 h 629"/>
                <a:gd name="T22" fmla="*/ 509 w 565"/>
                <a:gd name="T23" fmla="*/ 296 h 629"/>
                <a:gd name="T24" fmla="*/ 507 w 565"/>
                <a:gd name="T25" fmla="*/ 342 h 629"/>
                <a:gd name="T26" fmla="*/ 509 w 565"/>
                <a:gd name="T27" fmla="*/ 391 h 629"/>
                <a:gd name="T28" fmla="*/ 518 w 565"/>
                <a:gd name="T29" fmla="*/ 437 h 629"/>
                <a:gd name="T30" fmla="*/ 530 w 565"/>
                <a:gd name="T31" fmla="*/ 483 h 629"/>
                <a:gd name="T32" fmla="*/ 548 w 565"/>
                <a:gd name="T33" fmla="*/ 525 h 629"/>
                <a:gd name="T34" fmla="*/ 518 w 565"/>
                <a:gd name="T35" fmla="*/ 555 h 629"/>
                <a:gd name="T36" fmla="*/ 483 w 565"/>
                <a:gd name="T37" fmla="*/ 581 h 629"/>
                <a:gd name="T38" fmla="*/ 445 w 565"/>
                <a:gd name="T39" fmla="*/ 601 h 629"/>
                <a:gd name="T40" fmla="*/ 404 w 565"/>
                <a:gd name="T41" fmla="*/ 616 h 629"/>
                <a:gd name="T42" fmla="*/ 361 w 565"/>
                <a:gd name="T43" fmla="*/ 626 h 629"/>
                <a:gd name="T44" fmla="*/ 314 w 565"/>
                <a:gd name="T45" fmla="*/ 629 h 629"/>
                <a:gd name="T46" fmla="*/ 272 w 565"/>
                <a:gd name="T47" fmla="*/ 627 h 629"/>
                <a:gd name="T48" fmla="*/ 231 w 565"/>
                <a:gd name="T49" fmla="*/ 619 h 629"/>
                <a:gd name="T50" fmla="*/ 192 w 565"/>
                <a:gd name="T51" fmla="*/ 605 h 629"/>
                <a:gd name="T52" fmla="*/ 156 w 565"/>
                <a:gd name="T53" fmla="*/ 587 h 629"/>
                <a:gd name="T54" fmla="*/ 122 w 565"/>
                <a:gd name="T55" fmla="*/ 565 h 629"/>
                <a:gd name="T56" fmla="*/ 92 w 565"/>
                <a:gd name="T57" fmla="*/ 538 h 629"/>
                <a:gd name="T58" fmla="*/ 66 w 565"/>
                <a:gd name="T59" fmla="*/ 507 h 629"/>
                <a:gd name="T60" fmla="*/ 43 w 565"/>
                <a:gd name="T61" fmla="*/ 474 h 629"/>
                <a:gd name="T62" fmla="*/ 25 w 565"/>
                <a:gd name="T63" fmla="*/ 437 h 629"/>
                <a:gd name="T64" fmla="*/ 11 w 565"/>
                <a:gd name="T65" fmla="*/ 398 h 629"/>
                <a:gd name="T66" fmla="*/ 2 w 565"/>
                <a:gd name="T67" fmla="*/ 357 h 629"/>
                <a:gd name="T68" fmla="*/ 0 w 565"/>
                <a:gd name="T69" fmla="*/ 315 h 629"/>
                <a:gd name="T70" fmla="*/ 3 w 565"/>
                <a:gd name="T71" fmla="*/ 269 h 629"/>
                <a:gd name="T72" fmla="*/ 13 w 565"/>
                <a:gd name="T73" fmla="*/ 223 h 629"/>
                <a:gd name="T74" fmla="*/ 29 w 565"/>
                <a:gd name="T75" fmla="*/ 182 h 629"/>
                <a:gd name="T76" fmla="*/ 51 w 565"/>
                <a:gd name="T77" fmla="*/ 143 h 629"/>
                <a:gd name="T78" fmla="*/ 77 w 565"/>
                <a:gd name="T79" fmla="*/ 108 h 629"/>
                <a:gd name="T80" fmla="*/ 108 w 565"/>
                <a:gd name="T81" fmla="*/ 76 h 629"/>
                <a:gd name="T82" fmla="*/ 144 w 565"/>
                <a:gd name="T83" fmla="*/ 51 h 629"/>
                <a:gd name="T84" fmla="*/ 183 w 565"/>
                <a:gd name="T85" fmla="*/ 29 h 629"/>
                <a:gd name="T86" fmla="*/ 224 w 565"/>
                <a:gd name="T87" fmla="*/ 13 h 629"/>
                <a:gd name="T88" fmla="*/ 268 w 565"/>
                <a:gd name="T89" fmla="*/ 3 h 629"/>
                <a:gd name="T90" fmla="*/ 314 w 565"/>
                <a:gd name="T91" fmla="*/ 0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5" h="629">
                  <a:moveTo>
                    <a:pt x="314" y="0"/>
                  </a:moveTo>
                  <a:lnTo>
                    <a:pt x="358" y="3"/>
                  </a:lnTo>
                  <a:lnTo>
                    <a:pt x="400" y="12"/>
                  </a:lnTo>
                  <a:lnTo>
                    <a:pt x="439" y="25"/>
                  </a:lnTo>
                  <a:lnTo>
                    <a:pt x="474" y="44"/>
                  </a:lnTo>
                  <a:lnTo>
                    <a:pt x="508" y="67"/>
                  </a:lnTo>
                  <a:lnTo>
                    <a:pt x="538" y="94"/>
                  </a:lnTo>
                  <a:lnTo>
                    <a:pt x="565" y="125"/>
                  </a:lnTo>
                  <a:lnTo>
                    <a:pt x="545" y="165"/>
                  </a:lnTo>
                  <a:lnTo>
                    <a:pt x="528" y="206"/>
                  </a:lnTo>
                  <a:lnTo>
                    <a:pt x="516" y="250"/>
                  </a:lnTo>
                  <a:lnTo>
                    <a:pt x="509" y="296"/>
                  </a:lnTo>
                  <a:lnTo>
                    <a:pt x="507" y="342"/>
                  </a:lnTo>
                  <a:lnTo>
                    <a:pt x="509" y="391"/>
                  </a:lnTo>
                  <a:lnTo>
                    <a:pt x="518" y="437"/>
                  </a:lnTo>
                  <a:lnTo>
                    <a:pt x="530" y="483"/>
                  </a:lnTo>
                  <a:lnTo>
                    <a:pt x="548" y="525"/>
                  </a:lnTo>
                  <a:lnTo>
                    <a:pt x="518" y="555"/>
                  </a:lnTo>
                  <a:lnTo>
                    <a:pt x="483" y="581"/>
                  </a:lnTo>
                  <a:lnTo>
                    <a:pt x="445" y="601"/>
                  </a:lnTo>
                  <a:lnTo>
                    <a:pt x="404" y="616"/>
                  </a:lnTo>
                  <a:lnTo>
                    <a:pt x="361" y="626"/>
                  </a:lnTo>
                  <a:lnTo>
                    <a:pt x="314" y="629"/>
                  </a:lnTo>
                  <a:lnTo>
                    <a:pt x="272" y="627"/>
                  </a:lnTo>
                  <a:lnTo>
                    <a:pt x="231" y="619"/>
                  </a:lnTo>
                  <a:lnTo>
                    <a:pt x="192" y="605"/>
                  </a:lnTo>
                  <a:lnTo>
                    <a:pt x="156" y="587"/>
                  </a:lnTo>
                  <a:lnTo>
                    <a:pt x="122" y="565"/>
                  </a:lnTo>
                  <a:lnTo>
                    <a:pt x="92" y="538"/>
                  </a:lnTo>
                  <a:lnTo>
                    <a:pt x="66" y="507"/>
                  </a:lnTo>
                  <a:lnTo>
                    <a:pt x="43" y="474"/>
                  </a:lnTo>
                  <a:lnTo>
                    <a:pt x="25" y="437"/>
                  </a:lnTo>
                  <a:lnTo>
                    <a:pt x="11" y="398"/>
                  </a:lnTo>
                  <a:lnTo>
                    <a:pt x="2" y="357"/>
                  </a:lnTo>
                  <a:lnTo>
                    <a:pt x="0" y="315"/>
                  </a:lnTo>
                  <a:lnTo>
                    <a:pt x="3" y="269"/>
                  </a:lnTo>
                  <a:lnTo>
                    <a:pt x="13" y="223"/>
                  </a:lnTo>
                  <a:lnTo>
                    <a:pt x="29" y="182"/>
                  </a:lnTo>
                  <a:lnTo>
                    <a:pt x="51" y="143"/>
                  </a:lnTo>
                  <a:lnTo>
                    <a:pt x="77" y="108"/>
                  </a:lnTo>
                  <a:lnTo>
                    <a:pt x="108" y="76"/>
                  </a:lnTo>
                  <a:lnTo>
                    <a:pt x="144" y="51"/>
                  </a:lnTo>
                  <a:lnTo>
                    <a:pt x="183" y="29"/>
                  </a:lnTo>
                  <a:lnTo>
                    <a:pt x="224" y="13"/>
                  </a:lnTo>
                  <a:lnTo>
                    <a:pt x="268" y="3"/>
                  </a:lnTo>
                  <a:lnTo>
                    <a:pt x="3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inpin heiti" charset="-122"/>
              </a:endParaRPr>
            </a:p>
          </p:txBody>
        </p:sp>
        <p:sp>
          <p:nvSpPr>
            <p:cNvPr id="24" name="Freeform 415"/>
            <p:cNvSpPr/>
            <p:nvPr/>
          </p:nvSpPr>
          <p:spPr bwMode="auto">
            <a:xfrm>
              <a:off x="9209088" y="5148263"/>
              <a:ext cx="96838" cy="317500"/>
            </a:xfrm>
            <a:custGeom>
              <a:avLst/>
              <a:gdLst>
                <a:gd name="T0" fmla="*/ 373 w 729"/>
                <a:gd name="T1" fmla="*/ 0 h 2394"/>
                <a:gd name="T2" fmla="*/ 510 w 729"/>
                <a:gd name="T3" fmla="*/ 0 h 2394"/>
                <a:gd name="T4" fmla="*/ 600 w 729"/>
                <a:gd name="T5" fmla="*/ 0 h 2394"/>
                <a:gd name="T6" fmla="*/ 550 w 729"/>
                <a:gd name="T7" fmla="*/ 46 h 2394"/>
                <a:gd name="T8" fmla="*/ 513 w 729"/>
                <a:gd name="T9" fmla="*/ 105 h 2394"/>
                <a:gd name="T10" fmla="*/ 494 w 729"/>
                <a:gd name="T11" fmla="*/ 172 h 2394"/>
                <a:gd name="T12" fmla="*/ 490 w 729"/>
                <a:gd name="T13" fmla="*/ 1448 h 2394"/>
                <a:gd name="T14" fmla="*/ 502 w 729"/>
                <a:gd name="T15" fmla="*/ 1526 h 2394"/>
                <a:gd name="T16" fmla="*/ 536 w 729"/>
                <a:gd name="T17" fmla="*/ 1594 h 2394"/>
                <a:gd name="T18" fmla="*/ 588 w 729"/>
                <a:gd name="T19" fmla="*/ 1648 h 2394"/>
                <a:gd name="T20" fmla="*/ 652 w 729"/>
                <a:gd name="T21" fmla="*/ 1685 h 2394"/>
                <a:gd name="T22" fmla="*/ 729 w 729"/>
                <a:gd name="T23" fmla="*/ 1702 h 2394"/>
                <a:gd name="T24" fmla="*/ 708 w 729"/>
                <a:gd name="T25" fmla="*/ 2370 h 2394"/>
                <a:gd name="T26" fmla="*/ 659 w 729"/>
                <a:gd name="T27" fmla="*/ 2392 h 2394"/>
                <a:gd name="T28" fmla="*/ 604 w 729"/>
                <a:gd name="T29" fmla="*/ 2392 h 2394"/>
                <a:gd name="T30" fmla="*/ 555 w 729"/>
                <a:gd name="T31" fmla="*/ 2372 h 2394"/>
                <a:gd name="T32" fmla="*/ 518 w 729"/>
                <a:gd name="T33" fmla="*/ 2335 h 2394"/>
                <a:gd name="T34" fmla="*/ 498 w 729"/>
                <a:gd name="T35" fmla="*/ 2285 h 2394"/>
                <a:gd name="T36" fmla="*/ 491 w 729"/>
                <a:gd name="T37" fmla="*/ 2258 h 2394"/>
                <a:gd name="T38" fmla="*/ 481 w 729"/>
                <a:gd name="T39" fmla="*/ 2311 h 2394"/>
                <a:gd name="T40" fmla="*/ 451 w 729"/>
                <a:gd name="T41" fmla="*/ 2354 h 2394"/>
                <a:gd name="T42" fmla="*/ 408 w 729"/>
                <a:gd name="T43" fmla="*/ 2383 h 2394"/>
                <a:gd name="T44" fmla="*/ 355 w 729"/>
                <a:gd name="T45" fmla="*/ 2394 h 2394"/>
                <a:gd name="T46" fmla="*/ 301 w 729"/>
                <a:gd name="T47" fmla="*/ 2383 h 2394"/>
                <a:gd name="T48" fmla="*/ 258 w 729"/>
                <a:gd name="T49" fmla="*/ 2354 h 2394"/>
                <a:gd name="T50" fmla="*/ 229 w 729"/>
                <a:gd name="T51" fmla="*/ 2311 h 2394"/>
                <a:gd name="T52" fmla="*/ 218 w 729"/>
                <a:gd name="T53" fmla="*/ 2258 h 2394"/>
                <a:gd name="T54" fmla="*/ 201 w 729"/>
                <a:gd name="T55" fmla="*/ 1397 h 2394"/>
                <a:gd name="T56" fmla="*/ 159 w 729"/>
                <a:gd name="T57" fmla="*/ 1411 h 2394"/>
                <a:gd name="T58" fmla="*/ 109 w 729"/>
                <a:gd name="T59" fmla="*/ 1410 h 2394"/>
                <a:gd name="T60" fmla="*/ 60 w 729"/>
                <a:gd name="T61" fmla="*/ 1390 h 2394"/>
                <a:gd name="T62" fmla="*/ 24 w 729"/>
                <a:gd name="T63" fmla="*/ 1353 h 2394"/>
                <a:gd name="T64" fmla="*/ 3 w 729"/>
                <a:gd name="T65" fmla="*/ 1305 h 2394"/>
                <a:gd name="T66" fmla="*/ 0 w 729"/>
                <a:gd name="T67" fmla="*/ 137 h 2394"/>
                <a:gd name="T68" fmla="*/ 11 w 729"/>
                <a:gd name="T69" fmla="*/ 84 h 2394"/>
                <a:gd name="T70" fmla="*/ 39 w 729"/>
                <a:gd name="T71" fmla="*/ 42 h 2394"/>
                <a:gd name="T72" fmla="*/ 81 w 729"/>
                <a:gd name="T73" fmla="*/ 12 h 2394"/>
                <a:gd name="T74" fmla="*/ 133 w 729"/>
                <a:gd name="T75" fmla="*/ 1 h 2394"/>
                <a:gd name="T76" fmla="*/ 289 w 729"/>
                <a:gd name="T77" fmla="*/ 0 h 2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29" h="2394">
                  <a:moveTo>
                    <a:pt x="329" y="0"/>
                  </a:moveTo>
                  <a:lnTo>
                    <a:pt x="373" y="0"/>
                  </a:lnTo>
                  <a:lnTo>
                    <a:pt x="463" y="0"/>
                  </a:lnTo>
                  <a:lnTo>
                    <a:pt x="510" y="0"/>
                  </a:lnTo>
                  <a:lnTo>
                    <a:pt x="556" y="0"/>
                  </a:lnTo>
                  <a:lnTo>
                    <a:pt x="600" y="0"/>
                  </a:lnTo>
                  <a:lnTo>
                    <a:pt x="573" y="21"/>
                  </a:lnTo>
                  <a:lnTo>
                    <a:pt x="550" y="46"/>
                  </a:lnTo>
                  <a:lnTo>
                    <a:pt x="529" y="74"/>
                  </a:lnTo>
                  <a:lnTo>
                    <a:pt x="513" y="105"/>
                  </a:lnTo>
                  <a:lnTo>
                    <a:pt x="501" y="137"/>
                  </a:lnTo>
                  <a:lnTo>
                    <a:pt x="494" y="172"/>
                  </a:lnTo>
                  <a:lnTo>
                    <a:pt x="490" y="208"/>
                  </a:lnTo>
                  <a:lnTo>
                    <a:pt x="490" y="1448"/>
                  </a:lnTo>
                  <a:lnTo>
                    <a:pt x="494" y="1488"/>
                  </a:lnTo>
                  <a:lnTo>
                    <a:pt x="502" y="1526"/>
                  </a:lnTo>
                  <a:lnTo>
                    <a:pt x="516" y="1562"/>
                  </a:lnTo>
                  <a:lnTo>
                    <a:pt x="536" y="1594"/>
                  </a:lnTo>
                  <a:lnTo>
                    <a:pt x="559" y="1622"/>
                  </a:lnTo>
                  <a:lnTo>
                    <a:pt x="588" y="1648"/>
                  </a:lnTo>
                  <a:lnTo>
                    <a:pt x="619" y="1668"/>
                  </a:lnTo>
                  <a:lnTo>
                    <a:pt x="652" y="1685"/>
                  </a:lnTo>
                  <a:lnTo>
                    <a:pt x="690" y="1697"/>
                  </a:lnTo>
                  <a:lnTo>
                    <a:pt x="729" y="1702"/>
                  </a:lnTo>
                  <a:lnTo>
                    <a:pt x="729" y="2354"/>
                  </a:lnTo>
                  <a:lnTo>
                    <a:pt x="708" y="2370"/>
                  </a:lnTo>
                  <a:lnTo>
                    <a:pt x="685" y="2383"/>
                  </a:lnTo>
                  <a:lnTo>
                    <a:pt x="659" y="2392"/>
                  </a:lnTo>
                  <a:lnTo>
                    <a:pt x="632" y="2394"/>
                  </a:lnTo>
                  <a:lnTo>
                    <a:pt x="604" y="2392"/>
                  </a:lnTo>
                  <a:lnTo>
                    <a:pt x="579" y="2383"/>
                  </a:lnTo>
                  <a:lnTo>
                    <a:pt x="555" y="2372"/>
                  </a:lnTo>
                  <a:lnTo>
                    <a:pt x="535" y="2354"/>
                  </a:lnTo>
                  <a:lnTo>
                    <a:pt x="518" y="2335"/>
                  </a:lnTo>
                  <a:lnTo>
                    <a:pt x="505" y="2311"/>
                  </a:lnTo>
                  <a:lnTo>
                    <a:pt x="498" y="2285"/>
                  </a:lnTo>
                  <a:lnTo>
                    <a:pt x="495" y="2258"/>
                  </a:lnTo>
                  <a:lnTo>
                    <a:pt x="491" y="2258"/>
                  </a:lnTo>
                  <a:lnTo>
                    <a:pt x="488" y="2285"/>
                  </a:lnTo>
                  <a:lnTo>
                    <a:pt x="481" y="2311"/>
                  </a:lnTo>
                  <a:lnTo>
                    <a:pt x="469" y="2335"/>
                  </a:lnTo>
                  <a:lnTo>
                    <a:pt x="451" y="2354"/>
                  </a:lnTo>
                  <a:lnTo>
                    <a:pt x="431" y="2372"/>
                  </a:lnTo>
                  <a:lnTo>
                    <a:pt x="408" y="2383"/>
                  </a:lnTo>
                  <a:lnTo>
                    <a:pt x="382" y="2392"/>
                  </a:lnTo>
                  <a:lnTo>
                    <a:pt x="355" y="2394"/>
                  </a:lnTo>
                  <a:lnTo>
                    <a:pt x="327" y="2392"/>
                  </a:lnTo>
                  <a:lnTo>
                    <a:pt x="301" y="2383"/>
                  </a:lnTo>
                  <a:lnTo>
                    <a:pt x="279" y="2372"/>
                  </a:lnTo>
                  <a:lnTo>
                    <a:pt x="258" y="2354"/>
                  </a:lnTo>
                  <a:lnTo>
                    <a:pt x="242" y="2335"/>
                  </a:lnTo>
                  <a:lnTo>
                    <a:pt x="229" y="2311"/>
                  </a:lnTo>
                  <a:lnTo>
                    <a:pt x="221" y="2285"/>
                  </a:lnTo>
                  <a:lnTo>
                    <a:pt x="218" y="2258"/>
                  </a:lnTo>
                  <a:lnTo>
                    <a:pt x="218" y="1386"/>
                  </a:lnTo>
                  <a:lnTo>
                    <a:pt x="201" y="1397"/>
                  </a:lnTo>
                  <a:lnTo>
                    <a:pt x="180" y="1406"/>
                  </a:lnTo>
                  <a:lnTo>
                    <a:pt x="159" y="1411"/>
                  </a:lnTo>
                  <a:lnTo>
                    <a:pt x="137" y="1414"/>
                  </a:lnTo>
                  <a:lnTo>
                    <a:pt x="109" y="1410"/>
                  </a:lnTo>
                  <a:lnTo>
                    <a:pt x="83" y="1403"/>
                  </a:lnTo>
                  <a:lnTo>
                    <a:pt x="60" y="1390"/>
                  </a:lnTo>
                  <a:lnTo>
                    <a:pt x="40" y="1374"/>
                  </a:lnTo>
                  <a:lnTo>
                    <a:pt x="24" y="1353"/>
                  </a:lnTo>
                  <a:lnTo>
                    <a:pt x="11" y="1330"/>
                  </a:lnTo>
                  <a:lnTo>
                    <a:pt x="3" y="1305"/>
                  </a:lnTo>
                  <a:lnTo>
                    <a:pt x="0" y="1276"/>
                  </a:lnTo>
                  <a:lnTo>
                    <a:pt x="0" y="137"/>
                  </a:lnTo>
                  <a:lnTo>
                    <a:pt x="2" y="110"/>
                  </a:lnTo>
                  <a:lnTo>
                    <a:pt x="11" y="84"/>
                  </a:lnTo>
                  <a:lnTo>
                    <a:pt x="23" y="61"/>
                  </a:lnTo>
                  <a:lnTo>
                    <a:pt x="39" y="42"/>
                  </a:lnTo>
                  <a:lnTo>
                    <a:pt x="58" y="25"/>
                  </a:lnTo>
                  <a:lnTo>
                    <a:pt x="81" y="12"/>
                  </a:lnTo>
                  <a:lnTo>
                    <a:pt x="106" y="4"/>
                  </a:lnTo>
                  <a:lnTo>
                    <a:pt x="133" y="1"/>
                  </a:lnTo>
                  <a:lnTo>
                    <a:pt x="133" y="0"/>
                  </a:lnTo>
                  <a:lnTo>
                    <a:pt x="289" y="0"/>
                  </a:lnTo>
                  <a:lnTo>
                    <a:pt x="3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inpin heiti" charset="-122"/>
              </a:endParaRPr>
            </a:p>
          </p:txBody>
        </p:sp>
        <p:sp>
          <p:nvSpPr>
            <p:cNvPr id="25" name="Freeform 416"/>
            <p:cNvSpPr/>
            <p:nvPr/>
          </p:nvSpPr>
          <p:spPr bwMode="auto">
            <a:xfrm>
              <a:off x="9410701" y="5059363"/>
              <a:ext cx="74613" cy="82550"/>
            </a:xfrm>
            <a:custGeom>
              <a:avLst/>
              <a:gdLst>
                <a:gd name="T0" fmla="*/ 249 w 565"/>
                <a:gd name="T1" fmla="*/ 0 h 629"/>
                <a:gd name="T2" fmla="*/ 297 w 565"/>
                <a:gd name="T3" fmla="*/ 3 h 629"/>
                <a:gd name="T4" fmla="*/ 341 w 565"/>
                <a:gd name="T5" fmla="*/ 13 h 629"/>
                <a:gd name="T6" fmla="*/ 382 w 565"/>
                <a:gd name="T7" fmla="*/ 29 h 629"/>
                <a:gd name="T8" fmla="*/ 421 w 565"/>
                <a:gd name="T9" fmla="*/ 51 h 629"/>
                <a:gd name="T10" fmla="*/ 457 w 565"/>
                <a:gd name="T11" fmla="*/ 76 h 629"/>
                <a:gd name="T12" fmla="*/ 488 w 565"/>
                <a:gd name="T13" fmla="*/ 108 h 629"/>
                <a:gd name="T14" fmla="*/ 514 w 565"/>
                <a:gd name="T15" fmla="*/ 143 h 629"/>
                <a:gd name="T16" fmla="*/ 535 w 565"/>
                <a:gd name="T17" fmla="*/ 182 h 629"/>
                <a:gd name="T18" fmla="*/ 552 w 565"/>
                <a:gd name="T19" fmla="*/ 223 h 629"/>
                <a:gd name="T20" fmla="*/ 561 w 565"/>
                <a:gd name="T21" fmla="*/ 269 h 629"/>
                <a:gd name="T22" fmla="*/ 565 w 565"/>
                <a:gd name="T23" fmla="*/ 315 h 629"/>
                <a:gd name="T24" fmla="*/ 562 w 565"/>
                <a:gd name="T25" fmla="*/ 357 h 629"/>
                <a:gd name="T26" fmla="*/ 554 w 565"/>
                <a:gd name="T27" fmla="*/ 398 h 629"/>
                <a:gd name="T28" fmla="*/ 540 w 565"/>
                <a:gd name="T29" fmla="*/ 437 h 629"/>
                <a:gd name="T30" fmla="*/ 521 w 565"/>
                <a:gd name="T31" fmla="*/ 474 h 629"/>
                <a:gd name="T32" fmla="*/ 499 w 565"/>
                <a:gd name="T33" fmla="*/ 507 h 629"/>
                <a:gd name="T34" fmla="*/ 473 w 565"/>
                <a:gd name="T35" fmla="*/ 538 h 629"/>
                <a:gd name="T36" fmla="*/ 443 w 565"/>
                <a:gd name="T37" fmla="*/ 565 h 629"/>
                <a:gd name="T38" fmla="*/ 409 w 565"/>
                <a:gd name="T39" fmla="*/ 587 h 629"/>
                <a:gd name="T40" fmla="*/ 372 w 565"/>
                <a:gd name="T41" fmla="*/ 605 h 629"/>
                <a:gd name="T42" fmla="*/ 333 w 565"/>
                <a:gd name="T43" fmla="*/ 619 h 629"/>
                <a:gd name="T44" fmla="*/ 292 w 565"/>
                <a:gd name="T45" fmla="*/ 627 h 629"/>
                <a:gd name="T46" fmla="*/ 249 w 565"/>
                <a:gd name="T47" fmla="*/ 629 h 629"/>
                <a:gd name="T48" fmla="*/ 204 w 565"/>
                <a:gd name="T49" fmla="*/ 626 h 629"/>
                <a:gd name="T50" fmla="*/ 161 w 565"/>
                <a:gd name="T51" fmla="*/ 616 h 629"/>
                <a:gd name="T52" fmla="*/ 120 w 565"/>
                <a:gd name="T53" fmla="*/ 601 h 629"/>
                <a:gd name="T54" fmla="*/ 82 w 565"/>
                <a:gd name="T55" fmla="*/ 581 h 629"/>
                <a:gd name="T56" fmla="*/ 47 w 565"/>
                <a:gd name="T57" fmla="*/ 555 h 629"/>
                <a:gd name="T58" fmla="*/ 17 w 565"/>
                <a:gd name="T59" fmla="*/ 526 h 629"/>
                <a:gd name="T60" fmla="*/ 34 w 565"/>
                <a:gd name="T61" fmla="*/ 483 h 629"/>
                <a:gd name="T62" fmla="*/ 47 w 565"/>
                <a:gd name="T63" fmla="*/ 438 h 629"/>
                <a:gd name="T64" fmla="*/ 56 w 565"/>
                <a:gd name="T65" fmla="*/ 391 h 629"/>
                <a:gd name="T66" fmla="*/ 59 w 565"/>
                <a:gd name="T67" fmla="*/ 342 h 629"/>
                <a:gd name="T68" fmla="*/ 56 w 565"/>
                <a:gd name="T69" fmla="*/ 296 h 629"/>
                <a:gd name="T70" fmla="*/ 48 w 565"/>
                <a:gd name="T71" fmla="*/ 250 h 629"/>
                <a:gd name="T72" fmla="*/ 36 w 565"/>
                <a:gd name="T73" fmla="*/ 206 h 629"/>
                <a:gd name="T74" fmla="*/ 20 w 565"/>
                <a:gd name="T75" fmla="*/ 164 h 629"/>
                <a:gd name="T76" fmla="*/ 0 w 565"/>
                <a:gd name="T77" fmla="*/ 124 h 629"/>
                <a:gd name="T78" fmla="*/ 27 w 565"/>
                <a:gd name="T79" fmla="*/ 94 h 629"/>
                <a:gd name="T80" fmla="*/ 57 w 565"/>
                <a:gd name="T81" fmla="*/ 67 h 629"/>
                <a:gd name="T82" fmla="*/ 90 w 565"/>
                <a:gd name="T83" fmla="*/ 44 h 629"/>
                <a:gd name="T84" fmla="*/ 126 w 565"/>
                <a:gd name="T85" fmla="*/ 25 h 629"/>
                <a:gd name="T86" fmla="*/ 165 w 565"/>
                <a:gd name="T87" fmla="*/ 12 h 629"/>
                <a:gd name="T88" fmla="*/ 207 w 565"/>
                <a:gd name="T89" fmla="*/ 3 h 629"/>
                <a:gd name="T90" fmla="*/ 249 w 565"/>
                <a:gd name="T91" fmla="*/ 0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5" h="629">
                  <a:moveTo>
                    <a:pt x="249" y="0"/>
                  </a:moveTo>
                  <a:lnTo>
                    <a:pt x="297" y="3"/>
                  </a:lnTo>
                  <a:lnTo>
                    <a:pt x="341" y="13"/>
                  </a:lnTo>
                  <a:lnTo>
                    <a:pt x="382" y="29"/>
                  </a:lnTo>
                  <a:lnTo>
                    <a:pt x="421" y="51"/>
                  </a:lnTo>
                  <a:lnTo>
                    <a:pt x="457" y="76"/>
                  </a:lnTo>
                  <a:lnTo>
                    <a:pt x="488" y="108"/>
                  </a:lnTo>
                  <a:lnTo>
                    <a:pt x="514" y="143"/>
                  </a:lnTo>
                  <a:lnTo>
                    <a:pt x="535" y="182"/>
                  </a:lnTo>
                  <a:lnTo>
                    <a:pt x="552" y="223"/>
                  </a:lnTo>
                  <a:lnTo>
                    <a:pt x="561" y="269"/>
                  </a:lnTo>
                  <a:lnTo>
                    <a:pt x="565" y="315"/>
                  </a:lnTo>
                  <a:lnTo>
                    <a:pt x="562" y="357"/>
                  </a:lnTo>
                  <a:lnTo>
                    <a:pt x="554" y="398"/>
                  </a:lnTo>
                  <a:lnTo>
                    <a:pt x="540" y="437"/>
                  </a:lnTo>
                  <a:lnTo>
                    <a:pt x="521" y="474"/>
                  </a:lnTo>
                  <a:lnTo>
                    <a:pt x="499" y="507"/>
                  </a:lnTo>
                  <a:lnTo>
                    <a:pt x="473" y="538"/>
                  </a:lnTo>
                  <a:lnTo>
                    <a:pt x="443" y="565"/>
                  </a:lnTo>
                  <a:lnTo>
                    <a:pt x="409" y="587"/>
                  </a:lnTo>
                  <a:lnTo>
                    <a:pt x="372" y="605"/>
                  </a:lnTo>
                  <a:lnTo>
                    <a:pt x="333" y="619"/>
                  </a:lnTo>
                  <a:lnTo>
                    <a:pt x="292" y="627"/>
                  </a:lnTo>
                  <a:lnTo>
                    <a:pt x="249" y="629"/>
                  </a:lnTo>
                  <a:lnTo>
                    <a:pt x="204" y="626"/>
                  </a:lnTo>
                  <a:lnTo>
                    <a:pt x="161" y="616"/>
                  </a:lnTo>
                  <a:lnTo>
                    <a:pt x="120" y="601"/>
                  </a:lnTo>
                  <a:lnTo>
                    <a:pt x="82" y="581"/>
                  </a:lnTo>
                  <a:lnTo>
                    <a:pt x="47" y="555"/>
                  </a:lnTo>
                  <a:lnTo>
                    <a:pt x="17" y="526"/>
                  </a:lnTo>
                  <a:lnTo>
                    <a:pt x="34" y="483"/>
                  </a:lnTo>
                  <a:lnTo>
                    <a:pt x="47" y="438"/>
                  </a:lnTo>
                  <a:lnTo>
                    <a:pt x="56" y="391"/>
                  </a:lnTo>
                  <a:lnTo>
                    <a:pt x="59" y="342"/>
                  </a:lnTo>
                  <a:lnTo>
                    <a:pt x="56" y="296"/>
                  </a:lnTo>
                  <a:lnTo>
                    <a:pt x="48" y="250"/>
                  </a:lnTo>
                  <a:lnTo>
                    <a:pt x="36" y="206"/>
                  </a:lnTo>
                  <a:lnTo>
                    <a:pt x="20" y="164"/>
                  </a:lnTo>
                  <a:lnTo>
                    <a:pt x="0" y="124"/>
                  </a:lnTo>
                  <a:lnTo>
                    <a:pt x="27" y="94"/>
                  </a:lnTo>
                  <a:lnTo>
                    <a:pt x="57" y="67"/>
                  </a:lnTo>
                  <a:lnTo>
                    <a:pt x="90" y="44"/>
                  </a:lnTo>
                  <a:lnTo>
                    <a:pt x="126" y="25"/>
                  </a:lnTo>
                  <a:lnTo>
                    <a:pt x="165" y="12"/>
                  </a:lnTo>
                  <a:lnTo>
                    <a:pt x="207" y="3"/>
                  </a:lnTo>
                  <a:lnTo>
                    <a:pt x="2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inpin heiti" charset="-122"/>
              </a:endParaRPr>
            </a:p>
          </p:txBody>
        </p:sp>
        <p:sp>
          <p:nvSpPr>
            <p:cNvPr id="26" name="Freeform 417"/>
            <p:cNvSpPr/>
            <p:nvPr/>
          </p:nvSpPr>
          <p:spPr bwMode="auto">
            <a:xfrm>
              <a:off x="9412288" y="5148263"/>
              <a:ext cx="96838" cy="317500"/>
            </a:xfrm>
            <a:custGeom>
              <a:avLst/>
              <a:gdLst>
                <a:gd name="T0" fmla="*/ 510 w 728"/>
                <a:gd name="T1" fmla="*/ 0 h 2394"/>
                <a:gd name="T2" fmla="*/ 579 w 728"/>
                <a:gd name="T3" fmla="*/ 0 h 2394"/>
                <a:gd name="T4" fmla="*/ 594 w 728"/>
                <a:gd name="T5" fmla="*/ 0 h 2394"/>
                <a:gd name="T6" fmla="*/ 621 w 728"/>
                <a:gd name="T7" fmla="*/ 4 h 2394"/>
                <a:gd name="T8" fmla="*/ 669 w 728"/>
                <a:gd name="T9" fmla="*/ 25 h 2394"/>
                <a:gd name="T10" fmla="*/ 705 w 728"/>
                <a:gd name="T11" fmla="*/ 61 h 2394"/>
                <a:gd name="T12" fmla="*/ 725 w 728"/>
                <a:gd name="T13" fmla="*/ 110 h 2394"/>
                <a:gd name="T14" fmla="*/ 728 w 728"/>
                <a:gd name="T15" fmla="*/ 1276 h 2394"/>
                <a:gd name="T16" fmla="*/ 717 w 728"/>
                <a:gd name="T17" fmla="*/ 1330 h 2394"/>
                <a:gd name="T18" fmla="*/ 688 w 728"/>
                <a:gd name="T19" fmla="*/ 1374 h 2394"/>
                <a:gd name="T20" fmla="*/ 645 w 728"/>
                <a:gd name="T21" fmla="*/ 1403 h 2394"/>
                <a:gd name="T22" fmla="*/ 592 w 728"/>
                <a:gd name="T23" fmla="*/ 1414 h 2394"/>
                <a:gd name="T24" fmla="*/ 547 w 728"/>
                <a:gd name="T25" fmla="*/ 1406 h 2394"/>
                <a:gd name="T26" fmla="*/ 509 w 728"/>
                <a:gd name="T27" fmla="*/ 1386 h 2394"/>
                <a:gd name="T28" fmla="*/ 506 w 728"/>
                <a:gd name="T29" fmla="*/ 2285 h 2394"/>
                <a:gd name="T30" fmla="*/ 486 w 728"/>
                <a:gd name="T31" fmla="*/ 2335 h 2394"/>
                <a:gd name="T32" fmla="*/ 449 w 728"/>
                <a:gd name="T33" fmla="*/ 2372 h 2394"/>
                <a:gd name="T34" fmla="*/ 401 w 728"/>
                <a:gd name="T35" fmla="*/ 2392 h 2394"/>
                <a:gd name="T36" fmla="*/ 345 w 728"/>
                <a:gd name="T37" fmla="*/ 2392 h 2394"/>
                <a:gd name="T38" fmla="*/ 297 w 728"/>
                <a:gd name="T39" fmla="*/ 2372 h 2394"/>
                <a:gd name="T40" fmla="*/ 260 w 728"/>
                <a:gd name="T41" fmla="*/ 2335 h 2394"/>
                <a:gd name="T42" fmla="*/ 240 w 728"/>
                <a:gd name="T43" fmla="*/ 2285 h 2394"/>
                <a:gd name="T44" fmla="*/ 233 w 728"/>
                <a:gd name="T45" fmla="*/ 2258 h 2394"/>
                <a:gd name="T46" fmla="*/ 222 w 728"/>
                <a:gd name="T47" fmla="*/ 2311 h 2394"/>
                <a:gd name="T48" fmla="*/ 192 w 728"/>
                <a:gd name="T49" fmla="*/ 2354 h 2394"/>
                <a:gd name="T50" fmla="*/ 149 w 728"/>
                <a:gd name="T51" fmla="*/ 2383 h 2394"/>
                <a:gd name="T52" fmla="*/ 96 w 728"/>
                <a:gd name="T53" fmla="*/ 2394 h 2394"/>
                <a:gd name="T54" fmla="*/ 43 w 728"/>
                <a:gd name="T55" fmla="*/ 2383 h 2394"/>
                <a:gd name="T56" fmla="*/ 0 w 728"/>
                <a:gd name="T57" fmla="*/ 2354 h 2394"/>
                <a:gd name="T58" fmla="*/ 39 w 728"/>
                <a:gd name="T59" fmla="*/ 1697 h 2394"/>
                <a:gd name="T60" fmla="*/ 109 w 728"/>
                <a:gd name="T61" fmla="*/ 1668 h 2394"/>
                <a:gd name="T62" fmla="*/ 168 w 728"/>
                <a:gd name="T63" fmla="*/ 1622 h 2394"/>
                <a:gd name="T64" fmla="*/ 210 w 728"/>
                <a:gd name="T65" fmla="*/ 1560 h 2394"/>
                <a:gd name="T66" fmla="*/ 234 w 728"/>
                <a:gd name="T67" fmla="*/ 1488 h 2394"/>
                <a:gd name="T68" fmla="*/ 236 w 728"/>
                <a:gd name="T69" fmla="*/ 208 h 2394"/>
                <a:gd name="T70" fmla="*/ 227 w 728"/>
                <a:gd name="T71" fmla="*/ 137 h 2394"/>
                <a:gd name="T72" fmla="*/ 199 w 728"/>
                <a:gd name="T73" fmla="*/ 74 h 2394"/>
                <a:gd name="T74" fmla="*/ 155 w 728"/>
                <a:gd name="T75" fmla="*/ 21 h 2394"/>
                <a:gd name="T76" fmla="*/ 438 w 728"/>
                <a:gd name="T77" fmla="*/ 0 h 2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28" h="2394">
                  <a:moveTo>
                    <a:pt x="476" y="0"/>
                  </a:moveTo>
                  <a:lnTo>
                    <a:pt x="510" y="0"/>
                  </a:lnTo>
                  <a:lnTo>
                    <a:pt x="561" y="0"/>
                  </a:lnTo>
                  <a:lnTo>
                    <a:pt x="579" y="0"/>
                  </a:lnTo>
                  <a:lnTo>
                    <a:pt x="591" y="0"/>
                  </a:lnTo>
                  <a:lnTo>
                    <a:pt x="594" y="0"/>
                  </a:lnTo>
                  <a:lnTo>
                    <a:pt x="594" y="1"/>
                  </a:lnTo>
                  <a:lnTo>
                    <a:pt x="621" y="4"/>
                  </a:lnTo>
                  <a:lnTo>
                    <a:pt x="647" y="12"/>
                  </a:lnTo>
                  <a:lnTo>
                    <a:pt x="669" y="25"/>
                  </a:lnTo>
                  <a:lnTo>
                    <a:pt x="689" y="42"/>
                  </a:lnTo>
                  <a:lnTo>
                    <a:pt x="705" y="61"/>
                  </a:lnTo>
                  <a:lnTo>
                    <a:pt x="717" y="84"/>
                  </a:lnTo>
                  <a:lnTo>
                    <a:pt x="725" y="110"/>
                  </a:lnTo>
                  <a:lnTo>
                    <a:pt x="728" y="137"/>
                  </a:lnTo>
                  <a:lnTo>
                    <a:pt x="728" y="1276"/>
                  </a:lnTo>
                  <a:lnTo>
                    <a:pt x="725" y="1305"/>
                  </a:lnTo>
                  <a:lnTo>
                    <a:pt x="717" y="1330"/>
                  </a:lnTo>
                  <a:lnTo>
                    <a:pt x="704" y="1353"/>
                  </a:lnTo>
                  <a:lnTo>
                    <a:pt x="688" y="1374"/>
                  </a:lnTo>
                  <a:lnTo>
                    <a:pt x="667" y="1390"/>
                  </a:lnTo>
                  <a:lnTo>
                    <a:pt x="645" y="1403"/>
                  </a:lnTo>
                  <a:lnTo>
                    <a:pt x="619" y="1410"/>
                  </a:lnTo>
                  <a:lnTo>
                    <a:pt x="592" y="1414"/>
                  </a:lnTo>
                  <a:lnTo>
                    <a:pt x="569" y="1411"/>
                  </a:lnTo>
                  <a:lnTo>
                    <a:pt x="547" y="1406"/>
                  </a:lnTo>
                  <a:lnTo>
                    <a:pt x="527" y="1397"/>
                  </a:lnTo>
                  <a:lnTo>
                    <a:pt x="509" y="1386"/>
                  </a:lnTo>
                  <a:lnTo>
                    <a:pt x="509" y="2258"/>
                  </a:lnTo>
                  <a:lnTo>
                    <a:pt x="506" y="2285"/>
                  </a:lnTo>
                  <a:lnTo>
                    <a:pt x="499" y="2311"/>
                  </a:lnTo>
                  <a:lnTo>
                    <a:pt x="486" y="2335"/>
                  </a:lnTo>
                  <a:lnTo>
                    <a:pt x="470" y="2354"/>
                  </a:lnTo>
                  <a:lnTo>
                    <a:pt x="449" y="2372"/>
                  </a:lnTo>
                  <a:lnTo>
                    <a:pt x="426" y="2383"/>
                  </a:lnTo>
                  <a:lnTo>
                    <a:pt x="401" y="2392"/>
                  </a:lnTo>
                  <a:lnTo>
                    <a:pt x="372" y="2394"/>
                  </a:lnTo>
                  <a:lnTo>
                    <a:pt x="345" y="2392"/>
                  </a:lnTo>
                  <a:lnTo>
                    <a:pt x="320" y="2383"/>
                  </a:lnTo>
                  <a:lnTo>
                    <a:pt x="297" y="2372"/>
                  </a:lnTo>
                  <a:lnTo>
                    <a:pt x="276" y="2354"/>
                  </a:lnTo>
                  <a:lnTo>
                    <a:pt x="260" y="2335"/>
                  </a:lnTo>
                  <a:lnTo>
                    <a:pt x="247" y="2311"/>
                  </a:lnTo>
                  <a:lnTo>
                    <a:pt x="240" y="2285"/>
                  </a:lnTo>
                  <a:lnTo>
                    <a:pt x="236" y="2258"/>
                  </a:lnTo>
                  <a:lnTo>
                    <a:pt x="233" y="2258"/>
                  </a:lnTo>
                  <a:lnTo>
                    <a:pt x="230" y="2285"/>
                  </a:lnTo>
                  <a:lnTo>
                    <a:pt x="222" y="2311"/>
                  </a:lnTo>
                  <a:lnTo>
                    <a:pt x="209" y="2335"/>
                  </a:lnTo>
                  <a:lnTo>
                    <a:pt x="192" y="2354"/>
                  </a:lnTo>
                  <a:lnTo>
                    <a:pt x="173" y="2372"/>
                  </a:lnTo>
                  <a:lnTo>
                    <a:pt x="149" y="2383"/>
                  </a:lnTo>
                  <a:lnTo>
                    <a:pt x="123" y="2392"/>
                  </a:lnTo>
                  <a:lnTo>
                    <a:pt x="96" y="2394"/>
                  </a:lnTo>
                  <a:lnTo>
                    <a:pt x="69" y="2392"/>
                  </a:lnTo>
                  <a:lnTo>
                    <a:pt x="43" y="2383"/>
                  </a:lnTo>
                  <a:lnTo>
                    <a:pt x="19" y="2372"/>
                  </a:lnTo>
                  <a:lnTo>
                    <a:pt x="0" y="2354"/>
                  </a:lnTo>
                  <a:lnTo>
                    <a:pt x="0" y="1702"/>
                  </a:lnTo>
                  <a:lnTo>
                    <a:pt x="39" y="1697"/>
                  </a:lnTo>
                  <a:lnTo>
                    <a:pt x="75" y="1685"/>
                  </a:lnTo>
                  <a:lnTo>
                    <a:pt x="109" y="1668"/>
                  </a:lnTo>
                  <a:lnTo>
                    <a:pt x="140" y="1648"/>
                  </a:lnTo>
                  <a:lnTo>
                    <a:pt x="168" y="1622"/>
                  </a:lnTo>
                  <a:lnTo>
                    <a:pt x="191" y="1593"/>
                  </a:lnTo>
                  <a:lnTo>
                    <a:pt x="210" y="1560"/>
                  </a:lnTo>
                  <a:lnTo>
                    <a:pt x="224" y="1526"/>
                  </a:lnTo>
                  <a:lnTo>
                    <a:pt x="234" y="1488"/>
                  </a:lnTo>
                  <a:lnTo>
                    <a:pt x="236" y="1448"/>
                  </a:lnTo>
                  <a:lnTo>
                    <a:pt x="236" y="208"/>
                  </a:lnTo>
                  <a:lnTo>
                    <a:pt x="234" y="172"/>
                  </a:lnTo>
                  <a:lnTo>
                    <a:pt x="227" y="137"/>
                  </a:lnTo>
                  <a:lnTo>
                    <a:pt x="215" y="105"/>
                  </a:lnTo>
                  <a:lnTo>
                    <a:pt x="199" y="74"/>
                  </a:lnTo>
                  <a:lnTo>
                    <a:pt x="178" y="46"/>
                  </a:lnTo>
                  <a:lnTo>
                    <a:pt x="155" y="21"/>
                  </a:lnTo>
                  <a:lnTo>
                    <a:pt x="128" y="0"/>
                  </a:lnTo>
                  <a:lnTo>
                    <a:pt x="438" y="0"/>
                  </a:lnTo>
                  <a:lnTo>
                    <a:pt x="4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inpin heiti" charset="-122"/>
              </a:endParaRPr>
            </a:p>
          </p:txBody>
        </p:sp>
      </p:grpSp>
      <p:sp>
        <p:nvSpPr>
          <p:cNvPr id="27" name="iconfont-1187-868319"/>
          <p:cNvSpPr>
            <a:spLocks noChangeAspect="1"/>
          </p:cNvSpPr>
          <p:nvPr/>
        </p:nvSpPr>
        <p:spPr bwMode="auto">
          <a:xfrm>
            <a:off x="4499299" y="2396885"/>
            <a:ext cx="532079" cy="531637"/>
          </a:xfrm>
          <a:custGeom>
            <a:avLst/>
            <a:gdLst>
              <a:gd name="T0" fmla="*/ 11212 w 12607"/>
              <a:gd name="T1" fmla="*/ 4855 h 12594"/>
              <a:gd name="T2" fmla="*/ 11019 w 12607"/>
              <a:gd name="T3" fmla="*/ 4855 h 12594"/>
              <a:gd name="T4" fmla="*/ 10644 w 12607"/>
              <a:gd name="T5" fmla="*/ 3981 h 12594"/>
              <a:gd name="T6" fmla="*/ 10796 w 12607"/>
              <a:gd name="T7" fmla="*/ 3830 h 12594"/>
              <a:gd name="T8" fmla="*/ 10796 w 12607"/>
              <a:gd name="T9" fmla="*/ 1864 h 12594"/>
              <a:gd name="T10" fmla="*/ 10755 w 12607"/>
              <a:gd name="T11" fmla="*/ 1823 h 12594"/>
              <a:gd name="T12" fmla="*/ 8781 w 12607"/>
              <a:gd name="T13" fmla="*/ 1823 h 12594"/>
              <a:gd name="T14" fmla="*/ 8611 w 12607"/>
              <a:gd name="T15" fmla="*/ 1992 h 12594"/>
              <a:gd name="T16" fmla="*/ 7729 w 12607"/>
              <a:gd name="T17" fmla="*/ 1634 h 12594"/>
              <a:gd name="T18" fmla="*/ 7729 w 12607"/>
              <a:gd name="T19" fmla="*/ 1390 h 12594"/>
              <a:gd name="T20" fmla="*/ 6333 w 12607"/>
              <a:gd name="T21" fmla="*/ 0 h 12594"/>
              <a:gd name="T22" fmla="*/ 6274 w 12607"/>
              <a:gd name="T23" fmla="*/ 0 h 12594"/>
              <a:gd name="T24" fmla="*/ 4878 w 12607"/>
              <a:gd name="T25" fmla="*/ 1390 h 12594"/>
              <a:gd name="T26" fmla="*/ 4878 w 12607"/>
              <a:gd name="T27" fmla="*/ 1652 h 12594"/>
              <a:gd name="T28" fmla="*/ 4033 w 12607"/>
              <a:gd name="T29" fmla="*/ 2003 h 12594"/>
              <a:gd name="T30" fmla="*/ 3852 w 12607"/>
              <a:gd name="T31" fmla="*/ 1823 h 12594"/>
              <a:gd name="T32" fmla="*/ 1878 w 12607"/>
              <a:gd name="T33" fmla="*/ 1823 h 12594"/>
              <a:gd name="T34" fmla="*/ 1837 w 12607"/>
              <a:gd name="T35" fmla="*/ 1864 h 12594"/>
              <a:gd name="T36" fmla="*/ 1837 w 12607"/>
              <a:gd name="T37" fmla="*/ 3830 h 12594"/>
              <a:gd name="T38" fmla="*/ 2012 w 12607"/>
              <a:gd name="T39" fmla="*/ 4004 h 12594"/>
              <a:gd name="T40" fmla="*/ 1650 w 12607"/>
              <a:gd name="T41" fmla="*/ 4855 h 12594"/>
              <a:gd name="T42" fmla="*/ 1396 w 12607"/>
              <a:gd name="T43" fmla="*/ 4855 h 12594"/>
              <a:gd name="T44" fmla="*/ 0 w 12607"/>
              <a:gd name="T45" fmla="*/ 6245 h 12594"/>
              <a:gd name="T46" fmla="*/ 0 w 12607"/>
              <a:gd name="T47" fmla="*/ 6304 h 12594"/>
              <a:gd name="T48" fmla="*/ 1396 w 12607"/>
              <a:gd name="T49" fmla="*/ 7694 h 12594"/>
              <a:gd name="T50" fmla="*/ 1618 w 12607"/>
              <a:gd name="T51" fmla="*/ 7694 h 12594"/>
              <a:gd name="T52" fmla="*/ 1983 w 12607"/>
              <a:gd name="T53" fmla="*/ 8593 h 12594"/>
              <a:gd name="T54" fmla="*/ 1814 w 12607"/>
              <a:gd name="T55" fmla="*/ 8761 h 12594"/>
              <a:gd name="T56" fmla="*/ 1814 w 12607"/>
              <a:gd name="T57" fmla="*/ 10728 h 12594"/>
              <a:gd name="T58" fmla="*/ 1855 w 12607"/>
              <a:gd name="T59" fmla="*/ 10769 h 12594"/>
              <a:gd name="T60" fmla="*/ 3829 w 12607"/>
              <a:gd name="T61" fmla="*/ 10769 h 12594"/>
              <a:gd name="T62" fmla="*/ 3981 w 12607"/>
              <a:gd name="T63" fmla="*/ 10618 h 12594"/>
              <a:gd name="T64" fmla="*/ 4878 w 12607"/>
              <a:gd name="T65" fmla="*/ 10999 h 12594"/>
              <a:gd name="T66" fmla="*/ 4878 w 12607"/>
              <a:gd name="T67" fmla="*/ 11204 h 12594"/>
              <a:gd name="T68" fmla="*/ 6274 w 12607"/>
              <a:gd name="T69" fmla="*/ 12594 h 12594"/>
              <a:gd name="T70" fmla="*/ 6333 w 12607"/>
              <a:gd name="T71" fmla="*/ 12594 h 12594"/>
              <a:gd name="T72" fmla="*/ 7729 w 12607"/>
              <a:gd name="T73" fmla="*/ 11204 h 12594"/>
              <a:gd name="T74" fmla="*/ 7729 w 12607"/>
              <a:gd name="T75" fmla="*/ 11016 h 12594"/>
              <a:gd name="T76" fmla="*/ 8664 w 12607"/>
              <a:gd name="T77" fmla="*/ 10630 h 12594"/>
              <a:gd name="T78" fmla="*/ 8803 w 12607"/>
              <a:gd name="T79" fmla="*/ 10769 h 12594"/>
              <a:gd name="T80" fmla="*/ 10777 w 12607"/>
              <a:gd name="T81" fmla="*/ 10769 h 12594"/>
              <a:gd name="T82" fmla="*/ 10819 w 12607"/>
              <a:gd name="T83" fmla="*/ 10728 h 12594"/>
              <a:gd name="T84" fmla="*/ 10819 w 12607"/>
              <a:gd name="T85" fmla="*/ 8761 h 12594"/>
              <a:gd name="T86" fmla="*/ 10673 w 12607"/>
              <a:gd name="T87" fmla="*/ 8616 h 12594"/>
              <a:gd name="T88" fmla="*/ 11051 w 12607"/>
              <a:gd name="T89" fmla="*/ 7694 h 12594"/>
              <a:gd name="T90" fmla="*/ 11211 w 12607"/>
              <a:gd name="T91" fmla="*/ 7694 h 12594"/>
              <a:gd name="T92" fmla="*/ 12607 w 12607"/>
              <a:gd name="T93" fmla="*/ 6304 h 12594"/>
              <a:gd name="T94" fmla="*/ 12607 w 12607"/>
              <a:gd name="T95" fmla="*/ 6245 h 12594"/>
              <a:gd name="T96" fmla="*/ 11212 w 12607"/>
              <a:gd name="T97" fmla="*/ 4855 h 12594"/>
              <a:gd name="T98" fmla="*/ 6337 w 12607"/>
              <a:gd name="T99" fmla="*/ 8498 h 12594"/>
              <a:gd name="T100" fmla="*/ 4152 w 12607"/>
              <a:gd name="T101" fmla="*/ 6323 h 12594"/>
              <a:gd name="T102" fmla="*/ 6337 w 12607"/>
              <a:gd name="T103" fmla="*/ 4146 h 12594"/>
              <a:gd name="T104" fmla="*/ 8521 w 12607"/>
              <a:gd name="T105" fmla="*/ 6323 h 12594"/>
              <a:gd name="T106" fmla="*/ 6337 w 12607"/>
              <a:gd name="T107" fmla="*/ 8498 h 12594"/>
              <a:gd name="T108" fmla="*/ 6337 w 12607"/>
              <a:gd name="T109" fmla="*/ 8498 h 12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607" h="12594">
                <a:moveTo>
                  <a:pt x="11212" y="4855"/>
                </a:moveTo>
                <a:lnTo>
                  <a:pt x="11019" y="4855"/>
                </a:lnTo>
                <a:cubicBezTo>
                  <a:pt x="10923" y="4550"/>
                  <a:pt x="10796" y="4258"/>
                  <a:pt x="10644" y="3981"/>
                </a:cubicBezTo>
                <a:lnTo>
                  <a:pt x="10796" y="3830"/>
                </a:lnTo>
                <a:cubicBezTo>
                  <a:pt x="11341" y="3287"/>
                  <a:pt x="11341" y="2407"/>
                  <a:pt x="10796" y="1864"/>
                </a:cubicBezTo>
                <a:lnTo>
                  <a:pt x="10755" y="1823"/>
                </a:lnTo>
                <a:cubicBezTo>
                  <a:pt x="10209" y="1279"/>
                  <a:pt x="9326" y="1279"/>
                  <a:pt x="8781" y="1823"/>
                </a:cubicBezTo>
                <a:lnTo>
                  <a:pt x="8611" y="1992"/>
                </a:lnTo>
                <a:cubicBezTo>
                  <a:pt x="8332" y="1846"/>
                  <a:pt x="8037" y="1725"/>
                  <a:pt x="7729" y="1634"/>
                </a:cubicBezTo>
                <a:lnTo>
                  <a:pt x="7729" y="1390"/>
                </a:lnTo>
                <a:cubicBezTo>
                  <a:pt x="7729" y="622"/>
                  <a:pt x="7104" y="0"/>
                  <a:pt x="6333" y="0"/>
                </a:cubicBezTo>
                <a:lnTo>
                  <a:pt x="6274" y="0"/>
                </a:lnTo>
                <a:cubicBezTo>
                  <a:pt x="5503" y="0"/>
                  <a:pt x="4878" y="622"/>
                  <a:pt x="4878" y="1390"/>
                </a:cubicBezTo>
                <a:lnTo>
                  <a:pt x="4878" y="1652"/>
                </a:lnTo>
                <a:cubicBezTo>
                  <a:pt x="4584" y="1742"/>
                  <a:pt x="4301" y="1861"/>
                  <a:pt x="4033" y="2003"/>
                </a:cubicBezTo>
                <a:lnTo>
                  <a:pt x="3852" y="1823"/>
                </a:lnTo>
                <a:cubicBezTo>
                  <a:pt x="3307" y="1280"/>
                  <a:pt x="2423" y="1280"/>
                  <a:pt x="1878" y="1823"/>
                </a:cubicBezTo>
                <a:lnTo>
                  <a:pt x="1837" y="1864"/>
                </a:lnTo>
                <a:cubicBezTo>
                  <a:pt x="1292" y="2407"/>
                  <a:pt x="1292" y="3287"/>
                  <a:pt x="1837" y="3830"/>
                </a:cubicBezTo>
                <a:lnTo>
                  <a:pt x="2012" y="4004"/>
                </a:lnTo>
                <a:cubicBezTo>
                  <a:pt x="1865" y="4274"/>
                  <a:pt x="1743" y="4558"/>
                  <a:pt x="1650" y="4855"/>
                </a:cubicBezTo>
                <a:lnTo>
                  <a:pt x="1396" y="4855"/>
                </a:lnTo>
                <a:cubicBezTo>
                  <a:pt x="625" y="4855"/>
                  <a:pt x="0" y="5478"/>
                  <a:pt x="0" y="6245"/>
                </a:cubicBezTo>
                <a:lnTo>
                  <a:pt x="0" y="6304"/>
                </a:lnTo>
                <a:cubicBezTo>
                  <a:pt x="0" y="7072"/>
                  <a:pt x="625" y="7694"/>
                  <a:pt x="1396" y="7694"/>
                </a:cubicBezTo>
                <a:lnTo>
                  <a:pt x="1618" y="7694"/>
                </a:lnTo>
                <a:cubicBezTo>
                  <a:pt x="1710" y="8008"/>
                  <a:pt x="1833" y="8308"/>
                  <a:pt x="1983" y="8593"/>
                </a:cubicBezTo>
                <a:lnTo>
                  <a:pt x="1814" y="8761"/>
                </a:lnTo>
                <a:cubicBezTo>
                  <a:pt x="1269" y="9304"/>
                  <a:pt x="1269" y="10185"/>
                  <a:pt x="1814" y="10728"/>
                </a:cubicBezTo>
                <a:lnTo>
                  <a:pt x="1855" y="10769"/>
                </a:lnTo>
                <a:cubicBezTo>
                  <a:pt x="2400" y="11312"/>
                  <a:pt x="3284" y="11312"/>
                  <a:pt x="3829" y="10769"/>
                </a:cubicBezTo>
                <a:lnTo>
                  <a:pt x="3981" y="10618"/>
                </a:lnTo>
                <a:cubicBezTo>
                  <a:pt x="4264" y="10773"/>
                  <a:pt x="4564" y="10902"/>
                  <a:pt x="4878" y="10999"/>
                </a:cubicBezTo>
                <a:lnTo>
                  <a:pt x="4878" y="11204"/>
                </a:lnTo>
                <a:cubicBezTo>
                  <a:pt x="4878" y="11972"/>
                  <a:pt x="5503" y="12594"/>
                  <a:pt x="6274" y="12594"/>
                </a:cubicBezTo>
                <a:lnTo>
                  <a:pt x="6333" y="12594"/>
                </a:lnTo>
                <a:cubicBezTo>
                  <a:pt x="7104" y="12594"/>
                  <a:pt x="7729" y="11972"/>
                  <a:pt x="7729" y="11204"/>
                </a:cubicBezTo>
                <a:lnTo>
                  <a:pt x="7729" y="11016"/>
                </a:lnTo>
                <a:cubicBezTo>
                  <a:pt x="8056" y="10920"/>
                  <a:pt x="8368" y="10788"/>
                  <a:pt x="8664" y="10630"/>
                </a:cubicBezTo>
                <a:lnTo>
                  <a:pt x="8803" y="10769"/>
                </a:lnTo>
                <a:cubicBezTo>
                  <a:pt x="9348" y="11312"/>
                  <a:pt x="10233" y="11312"/>
                  <a:pt x="10777" y="10769"/>
                </a:cubicBezTo>
                <a:lnTo>
                  <a:pt x="10819" y="10728"/>
                </a:lnTo>
                <a:cubicBezTo>
                  <a:pt x="11364" y="10185"/>
                  <a:pt x="11364" y="9304"/>
                  <a:pt x="10819" y="8761"/>
                </a:cubicBezTo>
                <a:lnTo>
                  <a:pt x="10673" y="8616"/>
                </a:lnTo>
                <a:cubicBezTo>
                  <a:pt x="10828" y="8324"/>
                  <a:pt x="10956" y="8017"/>
                  <a:pt x="11051" y="7694"/>
                </a:cubicBezTo>
                <a:lnTo>
                  <a:pt x="11211" y="7694"/>
                </a:lnTo>
                <a:cubicBezTo>
                  <a:pt x="11982" y="7694"/>
                  <a:pt x="12607" y="7071"/>
                  <a:pt x="12607" y="6304"/>
                </a:cubicBezTo>
                <a:lnTo>
                  <a:pt x="12607" y="6245"/>
                </a:lnTo>
                <a:cubicBezTo>
                  <a:pt x="12607" y="5477"/>
                  <a:pt x="11982" y="4855"/>
                  <a:pt x="11212" y="4855"/>
                </a:cubicBezTo>
                <a:close/>
                <a:moveTo>
                  <a:pt x="6337" y="8498"/>
                </a:moveTo>
                <a:cubicBezTo>
                  <a:pt x="5130" y="8498"/>
                  <a:pt x="4152" y="7524"/>
                  <a:pt x="4152" y="6323"/>
                </a:cubicBezTo>
                <a:cubicBezTo>
                  <a:pt x="4152" y="5120"/>
                  <a:pt x="5130" y="4146"/>
                  <a:pt x="6337" y="4146"/>
                </a:cubicBezTo>
                <a:cubicBezTo>
                  <a:pt x="7544" y="4146"/>
                  <a:pt x="8521" y="5120"/>
                  <a:pt x="8521" y="6323"/>
                </a:cubicBezTo>
                <a:cubicBezTo>
                  <a:pt x="8521" y="7524"/>
                  <a:pt x="7544" y="8498"/>
                  <a:pt x="6337" y="8498"/>
                </a:cubicBezTo>
                <a:close/>
                <a:moveTo>
                  <a:pt x="6337" y="8498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8" name="文本框 27"/>
          <p:cNvSpPr txBox="1"/>
          <p:nvPr/>
        </p:nvSpPr>
        <p:spPr>
          <a:xfrm>
            <a:off x="967206" y="400332"/>
            <a:ext cx="161631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标题文字</a:t>
            </a:r>
            <a:endParaRPr lang="zh-CN" altLang="en-US" sz="2400" dirty="0">
              <a:solidFill>
                <a:srgbClr val="AD7B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419341" y="406474"/>
            <a:ext cx="448931" cy="430596"/>
            <a:chOff x="419341" y="406474"/>
            <a:chExt cx="448931" cy="430596"/>
          </a:xfrm>
        </p:grpSpPr>
        <p:sp>
          <p:nvSpPr>
            <p:cNvPr id="30" name="椭圆 29"/>
            <p:cNvSpPr/>
            <p:nvPr/>
          </p:nvSpPr>
          <p:spPr>
            <a:xfrm>
              <a:off x="419341" y="424806"/>
              <a:ext cx="412264" cy="412264"/>
            </a:xfrm>
            <a:prstGeom prst="ellipse">
              <a:avLst/>
            </a:prstGeom>
            <a:solidFill>
              <a:srgbClr val="BD95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662140" y="406474"/>
              <a:ext cx="206132" cy="206132"/>
            </a:xfrm>
            <a:prstGeom prst="ellipse">
              <a:avLst/>
            </a:prstGeom>
            <a:solidFill>
              <a:srgbClr val="E7D6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"/>
          <p:cNvSpPr/>
          <p:nvPr/>
        </p:nvSpPr>
        <p:spPr bwMode="auto">
          <a:xfrm>
            <a:off x="4191311" y="2225677"/>
            <a:ext cx="2338188" cy="1441146"/>
          </a:xfrm>
          <a:custGeom>
            <a:avLst/>
            <a:gdLst>
              <a:gd name="T0" fmla="*/ 328 w 591"/>
              <a:gd name="T1" fmla="*/ 111 h 364"/>
              <a:gd name="T2" fmla="*/ 277 w 591"/>
              <a:gd name="T3" fmla="*/ 187 h 364"/>
              <a:gd name="T4" fmla="*/ 423 w 591"/>
              <a:gd name="T5" fmla="*/ 295 h 364"/>
              <a:gd name="T6" fmla="*/ 591 w 591"/>
              <a:gd name="T7" fmla="*/ 351 h 364"/>
              <a:gd name="T8" fmla="*/ 589 w 591"/>
              <a:gd name="T9" fmla="*/ 364 h 364"/>
              <a:gd name="T10" fmla="*/ 381 w 591"/>
              <a:gd name="T11" fmla="*/ 325 h 364"/>
              <a:gd name="T12" fmla="*/ 69 w 591"/>
              <a:gd name="T13" fmla="*/ 131 h 364"/>
              <a:gd name="T14" fmla="*/ 0 w 591"/>
              <a:gd name="T15" fmla="*/ 96 h 364"/>
              <a:gd name="T16" fmla="*/ 140 w 591"/>
              <a:gd name="T17" fmla="*/ 5 h 364"/>
              <a:gd name="T18" fmla="*/ 177 w 591"/>
              <a:gd name="T19" fmla="*/ 9 h 364"/>
              <a:gd name="T20" fmla="*/ 328 w 591"/>
              <a:gd name="T21" fmla="*/ 111 h 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91" h="364">
                <a:moveTo>
                  <a:pt x="328" y="111"/>
                </a:moveTo>
                <a:cubicBezTo>
                  <a:pt x="259" y="119"/>
                  <a:pt x="242" y="150"/>
                  <a:pt x="277" y="187"/>
                </a:cubicBezTo>
                <a:cubicBezTo>
                  <a:pt x="319" y="230"/>
                  <a:pt x="370" y="267"/>
                  <a:pt x="423" y="295"/>
                </a:cubicBezTo>
                <a:cubicBezTo>
                  <a:pt x="475" y="322"/>
                  <a:pt x="535" y="333"/>
                  <a:pt x="591" y="351"/>
                </a:cubicBezTo>
                <a:cubicBezTo>
                  <a:pt x="591" y="355"/>
                  <a:pt x="590" y="360"/>
                  <a:pt x="589" y="364"/>
                </a:cubicBezTo>
                <a:cubicBezTo>
                  <a:pt x="520" y="351"/>
                  <a:pt x="449" y="345"/>
                  <a:pt x="381" y="325"/>
                </a:cubicBezTo>
                <a:cubicBezTo>
                  <a:pt x="260" y="291"/>
                  <a:pt x="149" y="236"/>
                  <a:pt x="69" y="131"/>
                </a:cubicBezTo>
                <a:cubicBezTo>
                  <a:pt x="56" y="115"/>
                  <a:pt x="28" y="110"/>
                  <a:pt x="0" y="96"/>
                </a:cubicBezTo>
                <a:cubicBezTo>
                  <a:pt x="47" y="65"/>
                  <a:pt x="93" y="33"/>
                  <a:pt x="140" y="5"/>
                </a:cubicBezTo>
                <a:cubicBezTo>
                  <a:pt x="149" y="0"/>
                  <a:pt x="168" y="3"/>
                  <a:pt x="177" y="9"/>
                </a:cubicBezTo>
                <a:cubicBezTo>
                  <a:pt x="224" y="39"/>
                  <a:pt x="270" y="71"/>
                  <a:pt x="328" y="111"/>
                </a:cubicBezTo>
                <a:close/>
              </a:path>
            </a:pathLst>
          </a:custGeom>
          <a:solidFill>
            <a:srgbClr val="E7D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Freeform 8"/>
          <p:cNvSpPr/>
          <p:nvPr/>
        </p:nvSpPr>
        <p:spPr bwMode="auto">
          <a:xfrm>
            <a:off x="5829934" y="2234008"/>
            <a:ext cx="1308796" cy="1163913"/>
          </a:xfrm>
          <a:custGeom>
            <a:avLst/>
            <a:gdLst>
              <a:gd name="T0" fmla="*/ 288 w 288"/>
              <a:gd name="T1" fmla="*/ 122 h 256"/>
              <a:gd name="T2" fmla="*/ 179 w 288"/>
              <a:gd name="T3" fmla="*/ 120 h 256"/>
              <a:gd name="T4" fmla="*/ 84 w 288"/>
              <a:gd name="T5" fmla="*/ 100 h 256"/>
              <a:gd name="T6" fmla="*/ 33 w 288"/>
              <a:gd name="T7" fmla="*/ 177 h 256"/>
              <a:gd name="T8" fmla="*/ 22 w 288"/>
              <a:gd name="T9" fmla="*/ 256 h 256"/>
              <a:gd name="T10" fmla="*/ 1 w 288"/>
              <a:gd name="T11" fmla="*/ 117 h 256"/>
              <a:gd name="T12" fmla="*/ 146 w 288"/>
              <a:gd name="T13" fmla="*/ 31 h 256"/>
              <a:gd name="T14" fmla="*/ 288 w 288"/>
              <a:gd name="T15" fmla="*/ 122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8" h="256">
                <a:moveTo>
                  <a:pt x="288" y="122"/>
                </a:moveTo>
                <a:cubicBezTo>
                  <a:pt x="241" y="135"/>
                  <a:pt x="215" y="160"/>
                  <a:pt x="179" y="120"/>
                </a:cubicBezTo>
                <a:cubicBezTo>
                  <a:pt x="160" y="99"/>
                  <a:pt x="111" y="91"/>
                  <a:pt x="84" y="100"/>
                </a:cubicBezTo>
                <a:cubicBezTo>
                  <a:pt x="61" y="108"/>
                  <a:pt x="44" y="148"/>
                  <a:pt x="33" y="177"/>
                </a:cubicBezTo>
                <a:cubicBezTo>
                  <a:pt x="25" y="200"/>
                  <a:pt x="32" y="228"/>
                  <a:pt x="22" y="256"/>
                </a:cubicBezTo>
                <a:cubicBezTo>
                  <a:pt x="14" y="209"/>
                  <a:pt x="0" y="163"/>
                  <a:pt x="1" y="117"/>
                </a:cubicBezTo>
                <a:cubicBezTo>
                  <a:pt x="3" y="42"/>
                  <a:pt x="73" y="0"/>
                  <a:pt x="146" y="31"/>
                </a:cubicBezTo>
                <a:cubicBezTo>
                  <a:pt x="193" y="50"/>
                  <a:pt x="234" y="86"/>
                  <a:pt x="288" y="122"/>
                </a:cubicBezTo>
                <a:close/>
              </a:path>
            </a:pathLst>
          </a:custGeom>
          <a:solidFill>
            <a:srgbClr val="BD9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Freeform 7"/>
          <p:cNvSpPr/>
          <p:nvPr/>
        </p:nvSpPr>
        <p:spPr bwMode="auto">
          <a:xfrm>
            <a:off x="6287906" y="2874823"/>
            <a:ext cx="1628117" cy="1775175"/>
          </a:xfrm>
          <a:custGeom>
            <a:avLst/>
            <a:gdLst>
              <a:gd name="T0" fmla="*/ 358 w 411"/>
              <a:gd name="T1" fmla="*/ 449 h 449"/>
              <a:gd name="T2" fmla="*/ 229 w 411"/>
              <a:gd name="T3" fmla="*/ 251 h 449"/>
              <a:gd name="T4" fmla="*/ 250 w 411"/>
              <a:gd name="T5" fmla="*/ 191 h 449"/>
              <a:gd name="T6" fmla="*/ 63 w 411"/>
              <a:gd name="T7" fmla="*/ 28 h 449"/>
              <a:gd name="T8" fmla="*/ 0 w 411"/>
              <a:gd name="T9" fmla="*/ 0 h 449"/>
              <a:gd name="T10" fmla="*/ 274 w 411"/>
              <a:gd name="T11" fmla="*/ 139 h 449"/>
              <a:gd name="T12" fmla="*/ 396 w 411"/>
              <a:gd name="T13" fmla="*/ 312 h 449"/>
              <a:gd name="T14" fmla="*/ 376 w 411"/>
              <a:gd name="T15" fmla="*/ 449 h 449"/>
              <a:gd name="T16" fmla="*/ 358 w 411"/>
              <a:gd name="T17" fmla="*/ 449 h 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1" h="449">
                <a:moveTo>
                  <a:pt x="358" y="449"/>
                </a:moveTo>
                <a:cubicBezTo>
                  <a:pt x="316" y="385"/>
                  <a:pt x="274" y="320"/>
                  <a:pt x="229" y="251"/>
                </a:cubicBezTo>
                <a:cubicBezTo>
                  <a:pt x="272" y="244"/>
                  <a:pt x="262" y="217"/>
                  <a:pt x="250" y="191"/>
                </a:cubicBezTo>
                <a:cubicBezTo>
                  <a:pt x="212" y="109"/>
                  <a:pt x="142" y="63"/>
                  <a:pt x="63" y="28"/>
                </a:cubicBezTo>
                <a:cubicBezTo>
                  <a:pt x="42" y="19"/>
                  <a:pt x="20" y="12"/>
                  <a:pt x="0" y="0"/>
                </a:cubicBezTo>
                <a:cubicBezTo>
                  <a:pt x="108" y="12"/>
                  <a:pt x="201" y="60"/>
                  <a:pt x="274" y="139"/>
                </a:cubicBezTo>
                <a:cubicBezTo>
                  <a:pt x="321" y="191"/>
                  <a:pt x="369" y="248"/>
                  <a:pt x="396" y="312"/>
                </a:cubicBezTo>
                <a:cubicBezTo>
                  <a:pt x="411" y="348"/>
                  <a:pt x="384" y="403"/>
                  <a:pt x="376" y="449"/>
                </a:cubicBezTo>
                <a:cubicBezTo>
                  <a:pt x="370" y="449"/>
                  <a:pt x="364" y="449"/>
                  <a:pt x="358" y="449"/>
                </a:cubicBezTo>
                <a:close/>
              </a:path>
            </a:pathLst>
          </a:custGeom>
          <a:solidFill>
            <a:srgbClr val="E7D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Freeform 5"/>
          <p:cNvSpPr/>
          <p:nvPr/>
        </p:nvSpPr>
        <p:spPr bwMode="auto">
          <a:xfrm>
            <a:off x="5042135" y="3397921"/>
            <a:ext cx="1951640" cy="2004160"/>
          </a:xfrm>
          <a:custGeom>
            <a:avLst/>
            <a:gdLst>
              <a:gd name="T0" fmla="*/ 242 w 493"/>
              <a:gd name="T1" fmla="*/ 505 h 507"/>
              <a:gd name="T2" fmla="*/ 0 w 493"/>
              <a:gd name="T3" fmla="*/ 303 h 507"/>
              <a:gd name="T4" fmla="*/ 230 w 493"/>
              <a:gd name="T5" fmla="*/ 129 h 507"/>
              <a:gd name="T6" fmla="*/ 314 w 493"/>
              <a:gd name="T7" fmla="*/ 211 h 507"/>
              <a:gd name="T8" fmla="*/ 421 w 493"/>
              <a:gd name="T9" fmla="*/ 129 h 507"/>
              <a:gd name="T10" fmla="*/ 443 w 493"/>
              <a:gd name="T11" fmla="*/ 0 h 507"/>
              <a:gd name="T12" fmla="*/ 418 w 493"/>
              <a:gd name="T13" fmla="*/ 311 h 507"/>
              <a:gd name="T14" fmla="*/ 329 w 493"/>
              <a:gd name="T15" fmla="*/ 397 h 507"/>
              <a:gd name="T16" fmla="*/ 258 w 493"/>
              <a:gd name="T17" fmla="*/ 507 h 507"/>
              <a:gd name="T18" fmla="*/ 242 w 493"/>
              <a:gd name="T19" fmla="*/ 505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93" h="507">
                <a:moveTo>
                  <a:pt x="242" y="505"/>
                </a:moveTo>
                <a:cubicBezTo>
                  <a:pt x="164" y="440"/>
                  <a:pt x="85" y="375"/>
                  <a:pt x="0" y="303"/>
                </a:cubicBezTo>
                <a:cubicBezTo>
                  <a:pt x="79" y="244"/>
                  <a:pt x="150" y="189"/>
                  <a:pt x="230" y="129"/>
                </a:cubicBezTo>
                <a:cubicBezTo>
                  <a:pt x="234" y="190"/>
                  <a:pt x="263" y="214"/>
                  <a:pt x="314" y="211"/>
                </a:cubicBezTo>
                <a:cubicBezTo>
                  <a:pt x="369" y="209"/>
                  <a:pt x="405" y="177"/>
                  <a:pt x="421" y="129"/>
                </a:cubicBezTo>
                <a:cubicBezTo>
                  <a:pt x="434" y="87"/>
                  <a:pt x="436" y="42"/>
                  <a:pt x="443" y="0"/>
                </a:cubicBezTo>
                <a:cubicBezTo>
                  <a:pt x="493" y="74"/>
                  <a:pt x="484" y="220"/>
                  <a:pt x="418" y="311"/>
                </a:cubicBezTo>
                <a:cubicBezTo>
                  <a:pt x="394" y="344"/>
                  <a:pt x="363" y="374"/>
                  <a:pt x="329" y="397"/>
                </a:cubicBezTo>
                <a:cubicBezTo>
                  <a:pt x="289" y="423"/>
                  <a:pt x="241" y="438"/>
                  <a:pt x="258" y="507"/>
                </a:cubicBezTo>
                <a:cubicBezTo>
                  <a:pt x="252" y="506"/>
                  <a:pt x="247" y="506"/>
                  <a:pt x="242" y="505"/>
                </a:cubicBezTo>
                <a:close/>
              </a:path>
            </a:pathLst>
          </a:custGeom>
          <a:solidFill>
            <a:srgbClr val="BD9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Shape 31318"/>
          <p:cNvSpPr/>
          <p:nvPr/>
        </p:nvSpPr>
        <p:spPr>
          <a:xfrm>
            <a:off x="4615637" y="2481797"/>
            <a:ext cx="426498" cy="33000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lvl1pPr defTabSz="584200">
              <a:lnSpc>
                <a:spcPct val="100000"/>
              </a:lnSpc>
              <a:spcBef>
                <a:spcPts val="0"/>
              </a:spcBef>
              <a:defRPr sz="3500" cap="all">
                <a:solidFill>
                  <a:srgbClr val="FFFFFF"/>
                </a:solidFill>
              </a:defRPr>
            </a:lvl1pPr>
          </a:lstStyle>
          <a:p>
            <a:pPr algn="ctr"/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</a:p>
        </p:txBody>
      </p:sp>
      <p:sp>
        <p:nvSpPr>
          <p:cNvPr id="15" name="Shape 31318"/>
          <p:cNvSpPr/>
          <p:nvPr/>
        </p:nvSpPr>
        <p:spPr>
          <a:xfrm>
            <a:off x="6363481" y="2414746"/>
            <a:ext cx="426498" cy="33000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lvl1pPr defTabSz="584200">
              <a:lnSpc>
                <a:spcPct val="100000"/>
              </a:lnSpc>
              <a:spcBef>
                <a:spcPts val="0"/>
              </a:spcBef>
              <a:defRPr sz="3500" cap="all">
                <a:solidFill>
                  <a:srgbClr val="FFFFFF"/>
                </a:solidFill>
              </a:defRPr>
            </a:lvl1pPr>
          </a:lstStyle>
          <a:p>
            <a:pPr algn="ctr"/>
            <a:r>
              <a: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Shape 31318"/>
          <p:cNvSpPr/>
          <p:nvPr/>
        </p:nvSpPr>
        <p:spPr>
          <a:xfrm>
            <a:off x="7384233" y="3904879"/>
            <a:ext cx="426498" cy="33000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lvl1pPr defTabSz="584200">
              <a:lnSpc>
                <a:spcPct val="100000"/>
              </a:lnSpc>
              <a:spcBef>
                <a:spcPts val="0"/>
              </a:spcBef>
              <a:defRPr sz="3500" cap="all">
                <a:solidFill>
                  <a:srgbClr val="FFFFFF"/>
                </a:solidFill>
              </a:defRPr>
            </a:lvl1pPr>
          </a:lstStyle>
          <a:p>
            <a:pPr algn="ctr"/>
            <a:r>
              <a: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endParaRPr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Shape 31318"/>
          <p:cNvSpPr/>
          <p:nvPr/>
        </p:nvSpPr>
        <p:spPr>
          <a:xfrm>
            <a:off x="5591457" y="4484997"/>
            <a:ext cx="426498" cy="33000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lvl1pPr defTabSz="584200">
              <a:lnSpc>
                <a:spcPct val="100000"/>
              </a:lnSpc>
              <a:spcBef>
                <a:spcPts val="0"/>
              </a:spcBef>
              <a:defRPr sz="3500" cap="all">
                <a:solidFill>
                  <a:srgbClr val="FFFFFF"/>
                </a:solidFill>
              </a:defRPr>
            </a:lvl1pPr>
          </a:lstStyle>
          <a:p>
            <a:pPr algn="ctr"/>
            <a:r>
              <a: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endParaRPr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1"/>
          <p:cNvSpPr txBox="1">
            <a:spLocks noChangeArrowheads="1"/>
          </p:cNvSpPr>
          <p:nvPr/>
        </p:nvSpPr>
        <p:spPr bwMode="auto">
          <a:xfrm>
            <a:off x="1291747" y="2358686"/>
            <a:ext cx="995084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小标题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1"/>
          <p:cNvSpPr txBox="1">
            <a:spLocks noChangeArrowheads="1"/>
          </p:cNvSpPr>
          <p:nvPr/>
        </p:nvSpPr>
        <p:spPr bwMode="auto">
          <a:xfrm>
            <a:off x="1291747" y="2621916"/>
            <a:ext cx="244207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20" name="1"/>
          <p:cNvSpPr txBox="1">
            <a:spLocks noChangeArrowheads="1"/>
          </p:cNvSpPr>
          <p:nvPr/>
        </p:nvSpPr>
        <p:spPr bwMode="auto">
          <a:xfrm>
            <a:off x="1304447" y="4190367"/>
            <a:ext cx="995084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小标题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1"/>
          <p:cNvSpPr txBox="1">
            <a:spLocks noChangeArrowheads="1"/>
          </p:cNvSpPr>
          <p:nvPr/>
        </p:nvSpPr>
        <p:spPr bwMode="auto">
          <a:xfrm>
            <a:off x="1304447" y="4453597"/>
            <a:ext cx="244207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22" name="1"/>
          <p:cNvSpPr txBox="1">
            <a:spLocks noChangeArrowheads="1"/>
          </p:cNvSpPr>
          <p:nvPr/>
        </p:nvSpPr>
        <p:spPr bwMode="auto">
          <a:xfrm>
            <a:off x="8373995" y="2358686"/>
            <a:ext cx="995084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小标题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1"/>
          <p:cNvSpPr txBox="1">
            <a:spLocks noChangeArrowheads="1"/>
          </p:cNvSpPr>
          <p:nvPr/>
        </p:nvSpPr>
        <p:spPr bwMode="auto">
          <a:xfrm>
            <a:off x="8373995" y="2621916"/>
            <a:ext cx="244207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24" name="1"/>
          <p:cNvSpPr txBox="1">
            <a:spLocks noChangeArrowheads="1"/>
          </p:cNvSpPr>
          <p:nvPr/>
        </p:nvSpPr>
        <p:spPr bwMode="auto">
          <a:xfrm>
            <a:off x="8386695" y="4190367"/>
            <a:ext cx="995084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小标题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5" name="1"/>
          <p:cNvSpPr txBox="1">
            <a:spLocks noChangeArrowheads="1"/>
          </p:cNvSpPr>
          <p:nvPr/>
        </p:nvSpPr>
        <p:spPr bwMode="auto">
          <a:xfrm>
            <a:off x="8386695" y="4453597"/>
            <a:ext cx="244207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967206" y="400332"/>
            <a:ext cx="161631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标题文字</a:t>
            </a:r>
            <a:endParaRPr lang="zh-CN" altLang="en-US" sz="2400" dirty="0">
              <a:solidFill>
                <a:srgbClr val="AD7B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419341" y="406474"/>
            <a:ext cx="448931" cy="430596"/>
            <a:chOff x="419341" y="406474"/>
            <a:chExt cx="448931" cy="430596"/>
          </a:xfrm>
        </p:grpSpPr>
        <p:sp>
          <p:nvSpPr>
            <p:cNvPr id="28" name="椭圆 27"/>
            <p:cNvSpPr/>
            <p:nvPr/>
          </p:nvSpPr>
          <p:spPr>
            <a:xfrm>
              <a:off x="419341" y="424806"/>
              <a:ext cx="412264" cy="412264"/>
            </a:xfrm>
            <a:prstGeom prst="ellipse">
              <a:avLst/>
            </a:prstGeom>
            <a:solidFill>
              <a:srgbClr val="BD95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662140" y="406474"/>
              <a:ext cx="206132" cy="206132"/>
            </a:xfrm>
            <a:prstGeom prst="ellipse">
              <a:avLst/>
            </a:prstGeom>
            <a:solidFill>
              <a:srgbClr val="E7D6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6E05A-E9F8-FF61-ED04-AF8109210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27620DA4-B9D3-F4CF-69E2-E34CFD53607B}"/>
              </a:ext>
            </a:extLst>
          </p:cNvPr>
          <p:cNvSpPr/>
          <p:nvPr/>
        </p:nvSpPr>
        <p:spPr>
          <a:xfrm>
            <a:off x="839788" y="1453414"/>
            <a:ext cx="4215866" cy="4215866"/>
          </a:xfrm>
          <a:prstGeom prst="ellipse">
            <a:avLst/>
          </a:prstGeom>
          <a:solidFill>
            <a:srgbClr val="E7D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3DE19FE-0283-B743-3152-7936D72AB7E2}"/>
              </a:ext>
            </a:extLst>
          </p:cNvPr>
          <p:cNvSpPr/>
          <p:nvPr/>
        </p:nvSpPr>
        <p:spPr>
          <a:xfrm>
            <a:off x="1109296" y="1722922"/>
            <a:ext cx="3676850" cy="3676850"/>
          </a:xfrm>
          <a:prstGeom prst="ellipse">
            <a:avLst/>
          </a:prstGeom>
          <a:blipFill dpi="0" rotWithShape="1">
            <a:blip r:embed="rId2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744115-B758-47B2-6E38-5D0F41D70B6B}"/>
              </a:ext>
            </a:extLst>
          </p:cNvPr>
          <p:cNvSpPr/>
          <p:nvPr/>
        </p:nvSpPr>
        <p:spPr>
          <a:xfrm>
            <a:off x="6223000" y="1875322"/>
            <a:ext cx="4919479" cy="1600200"/>
          </a:xfrm>
          <a:prstGeom prst="rect">
            <a:avLst/>
          </a:prstGeom>
          <a:solidFill>
            <a:srgbClr val="BD959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1CE5E34C-E491-F1E9-9DED-D90DD90F9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2507" y="2344535"/>
            <a:ext cx="972387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7" name="1">
            <a:extLst>
              <a:ext uri="{FF2B5EF4-FFF2-40B4-BE49-F238E27FC236}">
                <a16:creationId xmlns:a16="http://schemas.microsoft.com/office/drawing/2014/main" id="{6E2BA7B6-3A9E-F050-8CE7-98B2F6353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040" y="2618875"/>
            <a:ext cx="3437774" cy="521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CCD4E7D-6AFE-DBB7-5A06-67F70C583712}"/>
              </a:ext>
            </a:extLst>
          </p:cNvPr>
          <p:cNvGrpSpPr/>
          <p:nvPr/>
        </p:nvGrpSpPr>
        <p:grpSpPr>
          <a:xfrm>
            <a:off x="6070602" y="1756787"/>
            <a:ext cx="1551102" cy="1252801"/>
            <a:chOff x="839788" y="1735663"/>
            <a:chExt cx="1551102" cy="1252801"/>
          </a:xfrm>
        </p:grpSpPr>
        <p:sp>
          <p:nvSpPr>
            <p:cNvPr id="9" name="任意多边形 8">
              <a:extLst>
                <a:ext uri="{FF2B5EF4-FFF2-40B4-BE49-F238E27FC236}">
                  <a16:creationId xmlns:a16="http://schemas.microsoft.com/office/drawing/2014/main" id="{4FD14884-708A-12B1-2CE6-5A9D9D33FE62}"/>
                </a:ext>
              </a:extLst>
            </p:cNvPr>
            <p:cNvSpPr/>
            <p:nvPr/>
          </p:nvSpPr>
          <p:spPr>
            <a:xfrm>
              <a:off x="839788" y="1735664"/>
              <a:ext cx="1551102" cy="1252800"/>
            </a:xfrm>
            <a:custGeom>
              <a:avLst/>
              <a:gdLst>
                <a:gd name="connsiteX0" fmla="*/ 973232 w 1781721"/>
                <a:gd name="connsiteY0" fmla="*/ 0 h 1439067"/>
                <a:gd name="connsiteX1" fmla="*/ 1781721 w 1781721"/>
                <a:gd name="connsiteY1" fmla="*/ 0 h 1439067"/>
                <a:gd name="connsiteX2" fmla="*/ 0 w 1781721"/>
                <a:gd name="connsiteY2" fmla="*/ 1439067 h 1439067"/>
                <a:gd name="connsiteX3" fmla="*/ 1 w 1781721"/>
                <a:gd name="connsiteY3" fmla="*/ 786063 h 1439067"/>
                <a:gd name="connsiteX4" fmla="*/ 973232 w 1781721"/>
                <a:gd name="connsiteY4" fmla="*/ 0 h 1439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1721" h="1439067">
                  <a:moveTo>
                    <a:pt x="973232" y="0"/>
                  </a:moveTo>
                  <a:lnTo>
                    <a:pt x="1781721" y="0"/>
                  </a:lnTo>
                  <a:lnTo>
                    <a:pt x="0" y="1439067"/>
                  </a:lnTo>
                  <a:lnTo>
                    <a:pt x="1" y="786063"/>
                  </a:lnTo>
                  <a:lnTo>
                    <a:pt x="973232" y="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直角三角形 9">
              <a:extLst>
                <a:ext uri="{FF2B5EF4-FFF2-40B4-BE49-F238E27FC236}">
                  <a16:creationId xmlns:a16="http://schemas.microsoft.com/office/drawing/2014/main" id="{41A64C72-C20F-5F94-C36E-DC71D6049091}"/>
                </a:ext>
              </a:extLst>
            </p:cNvPr>
            <p:cNvSpPr/>
            <p:nvPr/>
          </p:nvSpPr>
          <p:spPr>
            <a:xfrm flipH="1">
              <a:off x="2246546" y="1735663"/>
              <a:ext cx="144344" cy="118535"/>
            </a:xfrm>
            <a:prstGeom prst="rt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直角三角形 10">
              <a:extLst>
                <a:ext uri="{FF2B5EF4-FFF2-40B4-BE49-F238E27FC236}">
                  <a16:creationId xmlns:a16="http://schemas.microsoft.com/office/drawing/2014/main" id="{085654E5-9291-532F-3899-083DAF0E33E9}"/>
                </a:ext>
              </a:extLst>
            </p:cNvPr>
            <p:cNvSpPr/>
            <p:nvPr/>
          </p:nvSpPr>
          <p:spPr>
            <a:xfrm flipH="1">
              <a:off x="839788" y="2862843"/>
              <a:ext cx="152973" cy="125621"/>
            </a:xfrm>
            <a:prstGeom prst="rt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1">
              <a:extLst>
                <a:ext uri="{FF2B5EF4-FFF2-40B4-BE49-F238E27FC236}">
                  <a16:creationId xmlns:a16="http://schemas.microsoft.com/office/drawing/2014/main" id="{931D289B-E52E-1536-BC48-5EA40DAE8B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276174">
              <a:off x="961686" y="2068362"/>
              <a:ext cx="97238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defTabSz="12160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defTabSz="12160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 defTabSz="12160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 defTabSz="12160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 defTabSz="12160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121602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cs typeface="+mn-ea"/>
                  <a:sym typeface="+mn-lt"/>
                </a:rPr>
                <a:t>难点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cs typeface="+mn-ea"/>
                  <a:sym typeface="+mn-lt"/>
                </a:rPr>
                <a:t>1</a:t>
              </a:r>
              <a:endPara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2EA7EEAD-494D-4AD5-0D88-ACB337E27B3C}"/>
              </a:ext>
            </a:extLst>
          </p:cNvPr>
          <p:cNvSpPr/>
          <p:nvPr/>
        </p:nvSpPr>
        <p:spPr>
          <a:xfrm>
            <a:off x="6223000" y="3883789"/>
            <a:ext cx="4919479" cy="1600200"/>
          </a:xfrm>
          <a:prstGeom prst="rect">
            <a:avLst/>
          </a:prstGeom>
          <a:solidFill>
            <a:srgbClr val="BD959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1">
            <a:extLst>
              <a:ext uri="{FF2B5EF4-FFF2-40B4-BE49-F238E27FC236}">
                <a16:creationId xmlns:a16="http://schemas.microsoft.com/office/drawing/2014/main" id="{711D4133-6CE3-DCB5-BF18-41CB0C194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2507" y="4353002"/>
            <a:ext cx="972387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15" name="1">
            <a:extLst>
              <a:ext uri="{FF2B5EF4-FFF2-40B4-BE49-F238E27FC236}">
                <a16:creationId xmlns:a16="http://schemas.microsoft.com/office/drawing/2014/main" id="{55A17D43-EBE8-2259-96A5-BA627C2C2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040" y="4627342"/>
            <a:ext cx="3437774" cy="521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E307E3D-1B73-382B-D508-F4AE1F4B6732}"/>
              </a:ext>
            </a:extLst>
          </p:cNvPr>
          <p:cNvGrpSpPr/>
          <p:nvPr/>
        </p:nvGrpSpPr>
        <p:grpSpPr>
          <a:xfrm>
            <a:off x="6070602" y="3765254"/>
            <a:ext cx="1551102" cy="1252801"/>
            <a:chOff x="839788" y="1735663"/>
            <a:chExt cx="1551102" cy="1252801"/>
          </a:xfrm>
        </p:grpSpPr>
        <p:sp>
          <p:nvSpPr>
            <p:cNvPr id="17" name="任意多边形 16">
              <a:extLst>
                <a:ext uri="{FF2B5EF4-FFF2-40B4-BE49-F238E27FC236}">
                  <a16:creationId xmlns:a16="http://schemas.microsoft.com/office/drawing/2014/main" id="{E9FA32E8-98D9-9242-E361-67B07CB2093E}"/>
                </a:ext>
              </a:extLst>
            </p:cNvPr>
            <p:cNvSpPr/>
            <p:nvPr/>
          </p:nvSpPr>
          <p:spPr>
            <a:xfrm>
              <a:off x="839788" y="1735664"/>
              <a:ext cx="1551102" cy="1252800"/>
            </a:xfrm>
            <a:custGeom>
              <a:avLst/>
              <a:gdLst>
                <a:gd name="connsiteX0" fmla="*/ 973232 w 1781721"/>
                <a:gd name="connsiteY0" fmla="*/ 0 h 1439067"/>
                <a:gd name="connsiteX1" fmla="*/ 1781721 w 1781721"/>
                <a:gd name="connsiteY1" fmla="*/ 0 h 1439067"/>
                <a:gd name="connsiteX2" fmla="*/ 0 w 1781721"/>
                <a:gd name="connsiteY2" fmla="*/ 1439067 h 1439067"/>
                <a:gd name="connsiteX3" fmla="*/ 1 w 1781721"/>
                <a:gd name="connsiteY3" fmla="*/ 786063 h 1439067"/>
                <a:gd name="connsiteX4" fmla="*/ 973232 w 1781721"/>
                <a:gd name="connsiteY4" fmla="*/ 0 h 1439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1721" h="1439067">
                  <a:moveTo>
                    <a:pt x="973232" y="0"/>
                  </a:moveTo>
                  <a:lnTo>
                    <a:pt x="1781721" y="0"/>
                  </a:lnTo>
                  <a:lnTo>
                    <a:pt x="0" y="1439067"/>
                  </a:lnTo>
                  <a:lnTo>
                    <a:pt x="1" y="786063"/>
                  </a:lnTo>
                  <a:lnTo>
                    <a:pt x="973232" y="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直角三角形 17">
              <a:extLst>
                <a:ext uri="{FF2B5EF4-FFF2-40B4-BE49-F238E27FC236}">
                  <a16:creationId xmlns:a16="http://schemas.microsoft.com/office/drawing/2014/main" id="{69DA7743-AFED-D2C7-E6F2-E69D4E1C31DC}"/>
                </a:ext>
              </a:extLst>
            </p:cNvPr>
            <p:cNvSpPr/>
            <p:nvPr/>
          </p:nvSpPr>
          <p:spPr>
            <a:xfrm flipH="1">
              <a:off x="2246546" y="1735663"/>
              <a:ext cx="144344" cy="118535"/>
            </a:xfrm>
            <a:prstGeom prst="rt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直角三角形 18">
              <a:extLst>
                <a:ext uri="{FF2B5EF4-FFF2-40B4-BE49-F238E27FC236}">
                  <a16:creationId xmlns:a16="http://schemas.microsoft.com/office/drawing/2014/main" id="{4A0BF325-0B99-FFAD-FDF3-8326F1F39E9B}"/>
                </a:ext>
              </a:extLst>
            </p:cNvPr>
            <p:cNvSpPr/>
            <p:nvPr/>
          </p:nvSpPr>
          <p:spPr>
            <a:xfrm flipH="1">
              <a:off x="839788" y="2862843"/>
              <a:ext cx="152973" cy="125621"/>
            </a:xfrm>
            <a:prstGeom prst="rt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1">
              <a:extLst>
                <a:ext uri="{FF2B5EF4-FFF2-40B4-BE49-F238E27FC236}">
                  <a16:creationId xmlns:a16="http://schemas.microsoft.com/office/drawing/2014/main" id="{563B4DAD-AE4D-5770-C40C-570CE99960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276174">
              <a:off x="961686" y="2068362"/>
              <a:ext cx="97238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defTabSz="12160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defTabSz="12160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 defTabSz="12160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 defTabSz="12160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 defTabSz="12160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121602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cs typeface="+mn-ea"/>
                  <a:sym typeface="+mn-lt"/>
                </a:rPr>
                <a:t>难点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cs typeface="+mn-ea"/>
                  <a:sym typeface="+mn-lt"/>
                </a:rPr>
                <a:t>2</a:t>
              </a:r>
              <a:endPara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CCF7409B-652E-1E61-8612-C29D2746C64E}"/>
              </a:ext>
            </a:extLst>
          </p:cNvPr>
          <p:cNvSpPr txBox="1"/>
          <p:nvPr/>
        </p:nvSpPr>
        <p:spPr>
          <a:xfrm>
            <a:off x="967206" y="400332"/>
            <a:ext cx="161631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标题文字</a:t>
            </a:r>
            <a:endParaRPr lang="zh-CN" altLang="en-US" sz="2400" dirty="0">
              <a:solidFill>
                <a:srgbClr val="AD7B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A82A2A10-77C7-C93D-4339-0FEB21F42B12}"/>
              </a:ext>
            </a:extLst>
          </p:cNvPr>
          <p:cNvGrpSpPr/>
          <p:nvPr/>
        </p:nvGrpSpPr>
        <p:grpSpPr>
          <a:xfrm>
            <a:off x="419341" y="406474"/>
            <a:ext cx="448931" cy="430596"/>
            <a:chOff x="419341" y="406474"/>
            <a:chExt cx="448931" cy="430596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EE07CF50-DAD8-EA39-A34A-566AA1389B05}"/>
                </a:ext>
              </a:extLst>
            </p:cNvPr>
            <p:cNvSpPr/>
            <p:nvPr/>
          </p:nvSpPr>
          <p:spPr>
            <a:xfrm>
              <a:off x="419341" y="424806"/>
              <a:ext cx="412264" cy="412264"/>
            </a:xfrm>
            <a:prstGeom prst="ellipse">
              <a:avLst/>
            </a:prstGeom>
            <a:solidFill>
              <a:srgbClr val="BD95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1240A951-6310-646B-4AB7-91577AFE9198}"/>
                </a:ext>
              </a:extLst>
            </p:cNvPr>
            <p:cNvSpPr/>
            <p:nvPr/>
          </p:nvSpPr>
          <p:spPr>
            <a:xfrm>
              <a:off x="662140" y="406474"/>
              <a:ext cx="206132" cy="206132"/>
            </a:xfrm>
            <a:prstGeom prst="ellipse">
              <a:avLst/>
            </a:prstGeom>
            <a:solidFill>
              <a:srgbClr val="E7D6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1353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380645" y="3697412"/>
            <a:ext cx="73889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 designer can use default text to simulate what text would look like. If it is not real text. A designer can use default text to simulate what text would look like.</a:t>
            </a:r>
          </a:p>
        </p:txBody>
      </p:sp>
      <p:sp>
        <p:nvSpPr>
          <p:cNvPr id="11" name="PA_文本框 2"/>
          <p:cNvSpPr txBox="1"/>
          <p:nvPr>
            <p:custDataLst>
              <p:tags r:id="rId1"/>
            </p:custDataLst>
          </p:nvPr>
        </p:nvSpPr>
        <p:spPr>
          <a:xfrm>
            <a:off x="3225042" y="2557784"/>
            <a:ext cx="5768922" cy="9772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4800" b="0" dirty="0">
                <a:solidFill>
                  <a:srgbClr val="AD7B82"/>
                </a:solidFill>
                <a:latin typeface="方正悠宋体加粗" panose="02010600010101010101" charset="-122"/>
                <a:ea typeface="方正悠宋体加粗" panose="02010600010101010101" charset="-122"/>
                <a:cs typeface="+mn-ea"/>
                <a:sym typeface="+mn-lt"/>
              </a:rPr>
              <a:t>请输入标题文字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5037995" y="4505369"/>
            <a:ext cx="2142450" cy="401418"/>
          </a:xfrm>
          <a:prstGeom prst="roundRect">
            <a:avLst>
              <a:gd name="adj" fmla="val 50000"/>
            </a:avLst>
          </a:prstGeom>
          <a:solidFill>
            <a:srgbClr val="BD9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spc="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PART.03</a:t>
            </a:r>
            <a:endParaRPr lang="zh-CN" altLang="en-US" sz="1600" spc="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/>
          <p:cNvGraphicFramePr/>
          <p:nvPr/>
        </p:nvGraphicFramePr>
        <p:xfrm>
          <a:off x="1340380" y="1447800"/>
          <a:ext cx="3824287" cy="2446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/>
          <p:cNvGraphicFramePr/>
          <p:nvPr/>
        </p:nvGraphicFramePr>
        <p:xfrm>
          <a:off x="1340380" y="3961871"/>
          <a:ext cx="3824287" cy="2446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圆角矩形 3"/>
          <p:cNvSpPr/>
          <p:nvPr/>
        </p:nvSpPr>
        <p:spPr>
          <a:xfrm>
            <a:off x="5802311" y="1447800"/>
            <a:ext cx="5221289" cy="1752600"/>
          </a:xfrm>
          <a:prstGeom prst="roundRect">
            <a:avLst>
              <a:gd name="adj" fmla="val 10697"/>
            </a:avLst>
          </a:prstGeom>
          <a:solidFill>
            <a:srgbClr val="E7D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1"/>
          <p:cNvSpPr txBox="1">
            <a:spLocks noChangeArrowheads="1"/>
          </p:cNvSpPr>
          <p:nvPr/>
        </p:nvSpPr>
        <p:spPr bwMode="auto">
          <a:xfrm>
            <a:off x="6301294" y="1753426"/>
            <a:ext cx="1465814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6" name="1"/>
          <p:cNvSpPr txBox="1">
            <a:spLocks noChangeArrowheads="1"/>
          </p:cNvSpPr>
          <p:nvPr/>
        </p:nvSpPr>
        <p:spPr bwMode="auto">
          <a:xfrm>
            <a:off x="6285442" y="2038741"/>
            <a:ext cx="424709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5802311" y="4038072"/>
            <a:ext cx="5221289" cy="1752600"/>
          </a:xfrm>
          <a:prstGeom prst="roundRect">
            <a:avLst>
              <a:gd name="adj" fmla="val 10697"/>
            </a:avLst>
          </a:prstGeom>
          <a:solidFill>
            <a:srgbClr val="BD9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1"/>
          <p:cNvSpPr txBox="1">
            <a:spLocks noChangeArrowheads="1"/>
          </p:cNvSpPr>
          <p:nvPr/>
        </p:nvSpPr>
        <p:spPr bwMode="auto">
          <a:xfrm>
            <a:off x="6301294" y="4343698"/>
            <a:ext cx="1465814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6285442" y="4629013"/>
            <a:ext cx="424709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67206" y="400332"/>
            <a:ext cx="161631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标题文字</a:t>
            </a:r>
            <a:endParaRPr lang="zh-CN" altLang="en-US" sz="2400" dirty="0">
              <a:solidFill>
                <a:srgbClr val="AD7B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19341" y="406474"/>
            <a:ext cx="448931" cy="430596"/>
            <a:chOff x="419341" y="406474"/>
            <a:chExt cx="448931" cy="430596"/>
          </a:xfrm>
        </p:grpSpPr>
        <p:sp>
          <p:nvSpPr>
            <p:cNvPr id="12" name="椭圆 11"/>
            <p:cNvSpPr/>
            <p:nvPr/>
          </p:nvSpPr>
          <p:spPr>
            <a:xfrm>
              <a:off x="419341" y="424806"/>
              <a:ext cx="412264" cy="412264"/>
            </a:xfrm>
            <a:prstGeom prst="ellipse">
              <a:avLst/>
            </a:prstGeom>
            <a:solidFill>
              <a:srgbClr val="BD95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662140" y="406474"/>
              <a:ext cx="206132" cy="206132"/>
            </a:xfrm>
            <a:prstGeom prst="ellipse">
              <a:avLst/>
            </a:prstGeom>
            <a:solidFill>
              <a:srgbClr val="E7D6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42"/>
          <p:cNvGraphicFramePr/>
          <p:nvPr/>
        </p:nvGraphicFramePr>
        <p:xfrm>
          <a:off x="874713" y="1582052"/>
          <a:ext cx="2149726" cy="20389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149"/>
          <p:cNvGraphicFramePr/>
          <p:nvPr/>
        </p:nvGraphicFramePr>
        <p:xfrm>
          <a:off x="3668075" y="1582052"/>
          <a:ext cx="2149726" cy="20389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56"/>
          <p:cNvGraphicFramePr/>
          <p:nvPr/>
        </p:nvGraphicFramePr>
        <p:xfrm>
          <a:off x="6362482" y="1582052"/>
          <a:ext cx="2149726" cy="20389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240"/>
          <p:cNvGraphicFramePr/>
          <p:nvPr/>
        </p:nvGraphicFramePr>
        <p:xfrm>
          <a:off x="9162243" y="1582052"/>
          <a:ext cx="2149726" cy="20389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1"/>
          <p:cNvSpPr txBox="1">
            <a:spLocks noChangeArrowheads="1"/>
          </p:cNvSpPr>
          <p:nvPr/>
        </p:nvSpPr>
        <p:spPr bwMode="auto">
          <a:xfrm>
            <a:off x="1366782" y="2333015"/>
            <a:ext cx="114865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50%</a:t>
            </a:r>
          </a:p>
        </p:txBody>
      </p:sp>
      <p:sp>
        <p:nvSpPr>
          <p:cNvPr id="7" name="1"/>
          <p:cNvSpPr txBox="1">
            <a:spLocks noChangeArrowheads="1"/>
          </p:cNvSpPr>
          <p:nvPr/>
        </p:nvSpPr>
        <p:spPr bwMode="auto">
          <a:xfrm>
            <a:off x="4160144" y="2333015"/>
            <a:ext cx="114865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70%</a:t>
            </a:r>
          </a:p>
        </p:txBody>
      </p:sp>
      <p:sp>
        <p:nvSpPr>
          <p:cNvPr id="8" name="1"/>
          <p:cNvSpPr txBox="1">
            <a:spLocks noChangeArrowheads="1"/>
          </p:cNvSpPr>
          <p:nvPr/>
        </p:nvSpPr>
        <p:spPr bwMode="auto">
          <a:xfrm>
            <a:off x="6854551" y="2333015"/>
            <a:ext cx="114865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30%</a:t>
            </a: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9654312" y="2333015"/>
            <a:ext cx="114865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90%</a:t>
            </a:r>
          </a:p>
        </p:txBody>
      </p:sp>
      <p:sp>
        <p:nvSpPr>
          <p:cNvPr id="14" name="1"/>
          <p:cNvSpPr txBox="1">
            <a:spLocks noChangeArrowheads="1"/>
          </p:cNvSpPr>
          <p:nvPr/>
        </p:nvSpPr>
        <p:spPr bwMode="auto">
          <a:xfrm>
            <a:off x="1191702" y="4927567"/>
            <a:ext cx="9803831" cy="521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您的内容打在这里，或者通过复制您的文本后，在此框中选择粘贴，并选择只保留文字。</a:t>
            </a:r>
          </a:p>
        </p:txBody>
      </p:sp>
      <p:sp>
        <p:nvSpPr>
          <p:cNvPr id="15" name="1"/>
          <p:cNvSpPr txBox="1">
            <a:spLocks noChangeArrowheads="1"/>
          </p:cNvSpPr>
          <p:nvPr/>
        </p:nvSpPr>
        <p:spPr bwMode="auto">
          <a:xfrm>
            <a:off x="5384998" y="4409079"/>
            <a:ext cx="1395014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标题文字</a:t>
            </a:r>
          </a:p>
        </p:txBody>
      </p:sp>
      <p:sp>
        <p:nvSpPr>
          <p:cNvPr id="16" name="1"/>
          <p:cNvSpPr txBox="1">
            <a:spLocks noChangeArrowheads="1"/>
          </p:cNvSpPr>
          <p:nvPr/>
        </p:nvSpPr>
        <p:spPr bwMode="auto">
          <a:xfrm>
            <a:off x="1390933" y="3741842"/>
            <a:ext cx="1099102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17" name="1"/>
          <p:cNvSpPr txBox="1">
            <a:spLocks noChangeArrowheads="1"/>
          </p:cNvSpPr>
          <p:nvPr/>
        </p:nvSpPr>
        <p:spPr bwMode="auto">
          <a:xfrm>
            <a:off x="4209696" y="3739208"/>
            <a:ext cx="1099102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18" name="1"/>
          <p:cNvSpPr txBox="1">
            <a:spLocks noChangeArrowheads="1"/>
          </p:cNvSpPr>
          <p:nvPr/>
        </p:nvSpPr>
        <p:spPr bwMode="auto">
          <a:xfrm>
            <a:off x="6945066" y="3740525"/>
            <a:ext cx="1099102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19" name="1"/>
          <p:cNvSpPr txBox="1">
            <a:spLocks noChangeArrowheads="1"/>
          </p:cNvSpPr>
          <p:nvPr/>
        </p:nvSpPr>
        <p:spPr bwMode="auto">
          <a:xfrm>
            <a:off x="9713028" y="3737891"/>
            <a:ext cx="1099102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967206" y="400332"/>
            <a:ext cx="161631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标题文字</a:t>
            </a:r>
            <a:endParaRPr lang="zh-CN" altLang="en-US" sz="2400" dirty="0">
              <a:solidFill>
                <a:srgbClr val="AD7B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419341" y="406474"/>
            <a:ext cx="448931" cy="430596"/>
            <a:chOff x="419341" y="406474"/>
            <a:chExt cx="448931" cy="430596"/>
          </a:xfrm>
        </p:grpSpPr>
        <p:sp>
          <p:nvSpPr>
            <p:cNvPr id="22" name="椭圆 21"/>
            <p:cNvSpPr/>
            <p:nvPr/>
          </p:nvSpPr>
          <p:spPr>
            <a:xfrm>
              <a:off x="419341" y="424806"/>
              <a:ext cx="412264" cy="412264"/>
            </a:xfrm>
            <a:prstGeom prst="ellipse">
              <a:avLst/>
            </a:prstGeom>
            <a:solidFill>
              <a:srgbClr val="BD95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662140" y="406474"/>
              <a:ext cx="206132" cy="206132"/>
            </a:xfrm>
            <a:prstGeom prst="ellipse">
              <a:avLst/>
            </a:prstGeom>
            <a:solidFill>
              <a:srgbClr val="E7D6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170333" y="2252133"/>
            <a:ext cx="4021667" cy="4605867"/>
          </a:xfrm>
          <a:prstGeom prst="rect">
            <a:avLst/>
          </a:prstGeom>
          <a:blipFill dpi="0" rotWithShape="1">
            <a:blip r:embed="rId2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469870" y="873125"/>
            <a:ext cx="3133610" cy="3588808"/>
          </a:xfrm>
          <a:prstGeom prst="rect">
            <a:avLst/>
          </a:prstGeom>
          <a:solidFill>
            <a:srgbClr val="BD959B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图表 3"/>
          <p:cNvGraphicFramePr/>
          <p:nvPr/>
        </p:nvGraphicFramePr>
        <p:xfrm>
          <a:off x="891048" y="3386355"/>
          <a:ext cx="4936066" cy="2311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1"/>
          <p:cNvSpPr txBox="1">
            <a:spLocks noChangeArrowheads="1"/>
          </p:cNvSpPr>
          <p:nvPr/>
        </p:nvSpPr>
        <p:spPr bwMode="auto">
          <a:xfrm>
            <a:off x="963544" y="1997192"/>
            <a:ext cx="1395014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标题文字</a:t>
            </a:r>
          </a:p>
        </p:txBody>
      </p:sp>
      <p:sp>
        <p:nvSpPr>
          <p:cNvPr id="6" name="1"/>
          <p:cNvSpPr txBox="1">
            <a:spLocks noChangeArrowheads="1"/>
          </p:cNvSpPr>
          <p:nvPr/>
        </p:nvSpPr>
        <p:spPr bwMode="auto">
          <a:xfrm>
            <a:off x="963545" y="2410141"/>
            <a:ext cx="4791072" cy="798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just">
              <a:lnSpc>
                <a:spcPct val="150000"/>
              </a:lnSpc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您的内容打在这里，或者通过复制您的文本后，在此框中选择粘贴，并选择只保留文字。您的内容打在这里，或者通过复制您的文本后，在此框中选择粘贴，并选择只保留文字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。</a:t>
            </a:r>
          </a:p>
        </p:txBody>
      </p:sp>
      <p:sp>
        <p:nvSpPr>
          <p:cNvPr id="7" name="1"/>
          <p:cNvSpPr txBox="1">
            <a:spLocks noChangeArrowheads="1"/>
          </p:cNvSpPr>
          <p:nvPr/>
        </p:nvSpPr>
        <p:spPr bwMode="auto">
          <a:xfrm>
            <a:off x="6937622" y="1267931"/>
            <a:ext cx="126457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68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000</a:t>
            </a:r>
          </a:p>
        </p:txBody>
      </p:sp>
      <p:sp>
        <p:nvSpPr>
          <p:cNvPr id="8" name="1"/>
          <p:cNvSpPr txBox="1">
            <a:spLocks noChangeArrowheads="1"/>
          </p:cNvSpPr>
          <p:nvPr/>
        </p:nvSpPr>
        <p:spPr bwMode="auto">
          <a:xfrm>
            <a:off x="6937622" y="1677834"/>
            <a:ext cx="224024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6937622" y="2726287"/>
            <a:ext cx="126457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29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000</a:t>
            </a:r>
          </a:p>
        </p:txBody>
      </p:sp>
      <p:sp>
        <p:nvSpPr>
          <p:cNvPr id="10" name="1"/>
          <p:cNvSpPr txBox="1">
            <a:spLocks noChangeArrowheads="1"/>
          </p:cNvSpPr>
          <p:nvPr/>
        </p:nvSpPr>
        <p:spPr bwMode="auto">
          <a:xfrm>
            <a:off x="6937622" y="3136190"/>
            <a:ext cx="224024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67206" y="400332"/>
            <a:ext cx="161631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标题文字</a:t>
            </a:r>
            <a:endParaRPr lang="zh-CN" altLang="en-US" sz="2400" dirty="0">
              <a:solidFill>
                <a:srgbClr val="AD7B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19341" y="406474"/>
            <a:ext cx="448931" cy="430596"/>
            <a:chOff x="419341" y="406474"/>
            <a:chExt cx="448931" cy="430596"/>
          </a:xfrm>
        </p:grpSpPr>
        <p:sp>
          <p:nvSpPr>
            <p:cNvPr id="13" name="椭圆 12"/>
            <p:cNvSpPr/>
            <p:nvPr/>
          </p:nvSpPr>
          <p:spPr>
            <a:xfrm>
              <a:off x="419341" y="424806"/>
              <a:ext cx="412264" cy="412264"/>
            </a:xfrm>
            <a:prstGeom prst="ellipse">
              <a:avLst/>
            </a:prstGeom>
            <a:solidFill>
              <a:srgbClr val="BD95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2140" y="406474"/>
              <a:ext cx="206132" cy="206132"/>
            </a:xfrm>
            <a:prstGeom prst="ellipse">
              <a:avLst/>
            </a:prstGeom>
            <a:solidFill>
              <a:srgbClr val="E7D6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380645" y="3697412"/>
            <a:ext cx="73889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 designer can use default text to simulate what text would look like. If it is not real text. A designer can use default text to simulate what text would look like.</a:t>
            </a:r>
          </a:p>
        </p:txBody>
      </p:sp>
      <p:sp>
        <p:nvSpPr>
          <p:cNvPr id="11" name="PA_文本框 2"/>
          <p:cNvSpPr txBox="1"/>
          <p:nvPr>
            <p:custDataLst>
              <p:tags r:id="rId1"/>
            </p:custDataLst>
          </p:nvPr>
        </p:nvSpPr>
        <p:spPr>
          <a:xfrm>
            <a:off x="3225042" y="2557784"/>
            <a:ext cx="5768922" cy="9772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4800" b="0" dirty="0">
                <a:solidFill>
                  <a:srgbClr val="AD7B82"/>
                </a:solidFill>
                <a:latin typeface="方正悠宋体加粗" panose="02010600010101010101" charset="-122"/>
                <a:ea typeface="方正悠宋体加粗" panose="02010600010101010101" charset="-122"/>
                <a:cs typeface="+mn-ea"/>
                <a:sym typeface="+mn-lt"/>
              </a:rPr>
              <a:t>请输入标题文字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5037995" y="4505369"/>
            <a:ext cx="2142450" cy="401418"/>
          </a:xfrm>
          <a:prstGeom prst="roundRect">
            <a:avLst>
              <a:gd name="adj" fmla="val 50000"/>
            </a:avLst>
          </a:prstGeom>
          <a:solidFill>
            <a:srgbClr val="BD9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spc="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PART.04</a:t>
            </a:r>
            <a:endParaRPr lang="zh-CN" altLang="en-US" sz="1600" spc="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113069" y="0"/>
            <a:ext cx="5078931" cy="6858000"/>
          </a:xfrm>
          <a:prstGeom prst="rect">
            <a:avLst/>
          </a:prstGeom>
          <a:blipFill>
            <a:blip r:embed="rId2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317957" y="1414914"/>
            <a:ext cx="3590223" cy="4321743"/>
          </a:xfrm>
          <a:prstGeom prst="rect">
            <a:avLst/>
          </a:prstGeom>
          <a:solidFill>
            <a:srgbClr val="BD959B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quotation-marks_897"/>
          <p:cNvSpPr>
            <a:spLocks noChangeAspect="1"/>
          </p:cNvSpPr>
          <p:nvPr/>
        </p:nvSpPr>
        <p:spPr bwMode="auto">
          <a:xfrm>
            <a:off x="348900" y="2034744"/>
            <a:ext cx="889042" cy="761681"/>
          </a:xfrm>
          <a:custGeom>
            <a:avLst/>
            <a:gdLst>
              <a:gd name="connsiteX0" fmla="*/ 479725 w 558900"/>
              <a:gd name="connsiteY0" fmla="*/ 0 h 478835"/>
              <a:gd name="connsiteX1" fmla="*/ 479725 w 558900"/>
              <a:gd name="connsiteY1" fmla="*/ 133816 h 478835"/>
              <a:gd name="connsiteX2" fmla="*/ 419940 w 558900"/>
              <a:gd name="connsiteY2" fmla="*/ 217653 h 478835"/>
              <a:gd name="connsiteX3" fmla="*/ 419940 w 558900"/>
              <a:gd name="connsiteY3" fmla="*/ 259571 h 478835"/>
              <a:gd name="connsiteX4" fmla="*/ 558900 w 558900"/>
              <a:gd name="connsiteY4" fmla="*/ 259571 h 478835"/>
              <a:gd name="connsiteX5" fmla="*/ 558900 w 558900"/>
              <a:gd name="connsiteY5" fmla="*/ 478835 h 478835"/>
              <a:gd name="connsiteX6" fmla="*/ 298754 w 558900"/>
              <a:gd name="connsiteY6" fmla="*/ 478835 h 478835"/>
              <a:gd name="connsiteX7" fmla="*/ 298754 w 558900"/>
              <a:gd name="connsiteY7" fmla="*/ 259571 h 478835"/>
              <a:gd name="connsiteX8" fmla="*/ 479725 w 558900"/>
              <a:gd name="connsiteY8" fmla="*/ 0 h 478835"/>
              <a:gd name="connsiteX9" fmla="*/ 179355 w 558900"/>
              <a:gd name="connsiteY9" fmla="*/ 0 h 478835"/>
              <a:gd name="connsiteX10" fmla="*/ 179355 w 558900"/>
              <a:gd name="connsiteY10" fmla="*/ 133816 h 478835"/>
              <a:gd name="connsiteX11" fmla="*/ 119570 w 558900"/>
              <a:gd name="connsiteY11" fmla="*/ 217653 h 478835"/>
              <a:gd name="connsiteX12" fmla="*/ 119570 w 558900"/>
              <a:gd name="connsiteY12" fmla="*/ 259571 h 478835"/>
              <a:gd name="connsiteX13" fmla="*/ 260146 w 558900"/>
              <a:gd name="connsiteY13" fmla="*/ 259571 h 478835"/>
              <a:gd name="connsiteX14" fmla="*/ 260146 w 558900"/>
              <a:gd name="connsiteY14" fmla="*/ 478835 h 478835"/>
              <a:gd name="connsiteX15" fmla="*/ 0 w 558900"/>
              <a:gd name="connsiteY15" fmla="*/ 478835 h 478835"/>
              <a:gd name="connsiteX16" fmla="*/ 0 w 558900"/>
              <a:gd name="connsiteY16" fmla="*/ 259571 h 478835"/>
              <a:gd name="connsiteX17" fmla="*/ 179355 w 558900"/>
              <a:gd name="connsiteY17" fmla="*/ 0 h 478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58900" h="478835">
                <a:moveTo>
                  <a:pt x="479725" y="0"/>
                </a:moveTo>
                <a:lnTo>
                  <a:pt x="479725" y="133816"/>
                </a:lnTo>
                <a:cubicBezTo>
                  <a:pt x="419940" y="133816"/>
                  <a:pt x="419940" y="145102"/>
                  <a:pt x="419940" y="217653"/>
                </a:cubicBezTo>
                <a:lnTo>
                  <a:pt x="419940" y="259571"/>
                </a:lnTo>
                <a:lnTo>
                  <a:pt x="558900" y="259571"/>
                </a:lnTo>
                <a:lnTo>
                  <a:pt x="558900" y="478835"/>
                </a:lnTo>
                <a:lnTo>
                  <a:pt x="298754" y="478835"/>
                </a:lnTo>
                <a:lnTo>
                  <a:pt x="298754" y="259571"/>
                </a:lnTo>
                <a:cubicBezTo>
                  <a:pt x="298754" y="93510"/>
                  <a:pt x="339149" y="0"/>
                  <a:pt x="479725" y="0"/>
                </a:cubicBezTo>
                <a:close/>
                <a:moveTo>
                  <a:pt x="179355" y="0"/>
                </a:moveTo>
                <a:lnTo>
                  <a:pt x="179355" y="133816"/>
                </a:lnTo>
                <a:cubicBezTo>
                  <a:pt x="119570" y="133816"/>
                  <a:pt x="119570" y="145102"/>
                  <a:pt x="119570" y="217653"/>
                </a:cubicBezTo>
                <a:lnTo>
                  <a:pt x="119570" y="259571"/>
                </a:lnTo>
                <a:lnTo>
                  <a:pt x="260146" y="259571"/>
                </a:lnTo>
                <a:lnTo>
                  <a:pt x="260146" y="478835"/>
                </a:lnTo>
                <a:lnTo>
                  <a:pt x="0" y="478835"/>
                </a:lnTo>
                <a:lnTo>
                  <a:pt x="0" y="259571"/>
                </a:lnTo>
                <a:cubicBezTo>
                  <a:pt x="0" y="93510"/>
                  <a:pt x="40395" y="0"/>
                  <a:pt x="17935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</p:sp>
      <p:sp>
        <p:nvSpPr>
          <p:cNvPr id="6" name="1"/>
          <p:cNvSpPr txBox="1">
            <a:spLocks noChangeArrowheads="1"/>
          </p:cNvSpPr>
          <p:nvPr/>
        </p:nvSpPr>
        <p:spPr bwMode="auto">
          <a:xfrm>
            <a:off x="1127875" y="2620892"/>
            <a:ext cx="1465814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标题文字</a:t>
            </a:r>
          </a:p>
        </p:txBody>
      </p:sp>
      <p:sp>
        <p:nvSpPr>
          <p:cNvPr id="7" name="1"/>
          <p:cNvSpPr txBox="1">
            <a:spLocks noChangeArrowheads="1"/>
          </p:cNvSpPr>
          <p:nvPr/>
        </p:nvSpPr>
        <p:spPr bwMode="auto">
          <a:xfrm>
            <a:off x="1127875" y="3121512"/>
            <a:ext cx="3817455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您的内容打在这里，或者通过复制您的文本后，在此框中选择粘贴，并选择只保留文字。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1127875" y="4745124"/>
            <a:ext cx="1443790" cy="333966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1413708" y="4789472"/>
            <a:ext cx="87212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关键词</a:t>
            </a:r>
            <a:endParaRPr kumimoji="0" lang="en-US" altLang="zh-CN" sz="16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1"/>
          <p:cNvSpPr txBox="1">
            <a:spLocks noChangeArrowheads="1"/>
          </p:cNvSpPr>
          <p:nvPr/>
        </p:nvSpPr>
        <p:spPr bwMode="auto">
          <a:xfrm>
            <a:off x="5884174" y="2275212"/>
            <a:ext cx="899185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11" name="1"/>
          <p:cNvSpPr txBox="1">
            <a:spLocks noChangeArrowheads="1"/>
          </p:cNvSpPr>
          <p:nvPr/>
        </p:nvSpPr>
        <p:spPr bwMode="auto">
          <a:xfrm>
            <a:off x="5884174" y="2580126"/>
            <a:ext cx="2496289" cy="798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12" name="1"/>
          <p:cNvSpPr txBox="1">
            <a:spLocks noChangeArrowheads="1"/>
          </p:cNvSpPr>
          <p:nvPr/>
        </p:nvSpPr>
        <p:spPr bwMode="auto">
          <a:xfrm>
            <a:off x="5882437" y="3805630"/>
            <a:ext cx="899185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13" name="1"/>
          <p:cNvSpPr txBox="1">
            <a:spLocks noChangeArrowheads="1"/>
          </p:cNvSpPr>
          <p:nvPr/>
        </p:nvSpPr>
        <p:spPr bwMode="auto">
          <a:xfrm>
            <a:off x="5882437" y="4110544"/>
            <a:ext cx="2496289" cy="798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967206" y="400332"/>
            <a:ext cx="161631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标题文字</a:t>
            </a:r>
            <a:endParaRPr lang="zh-CN" altLang="en-US" sz="2400" dirty="0">
              <a:solidFill>
                <a:srgbClr val="AD7B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19341" y="406474"/>
            <a:ext cx="448931" cy="430596"/>
            <a:chOff x="419341" y="406474"/>
            <a:chExt cx="448931" cy="430596"/>
          </a:xfrm>
        </p:grpSpPr>
        <p:sp>
          <p:nvSpPr>
            <p:cNvPr id="16" name="椭圆 15"/>
            <p:cNvSpPr/>
            <p:nvPr/>
          </p:nvSpPr>
          <p:spPr>
            <a:xfrm>
              <a:off x="419341" y="424806"/>
              <a:ext cx="412264" cy="412264"/>
            </a:xfrm>
            <a:prstGeom prst="ellipse">
              <a:avLst/>
            </a:prstGeom>
            <a:solidFill>
              <a:srgbClr val="BD95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662140" y="406474"/>
              <a:ext cx="206132" cy="206132"/>
            </a:xfrm>
            <a:prstGeom prst="ellipse">
              <a:avLst/>
            </a:prstGeom>
            <a:solidFill>
              <a:srgbClr val="E7D6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874713" y="1809548"/>
            <a:ext cx="3822415" cy="3822415"/>
          </a:xfrm>
          <a:prstGeom prst="rect">
            <a:avLst/>
          </a:prstGeom>
          <a:solidFill>
            <a:srgbClr val="BD9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849947" y="1809548"/>
            <a:ext cx="6467341" cy="3822415"/>
          </a:xfrm>
          <a:prstGeom prst="rect">
            <a:avLst/>
          </a:prstGeom>
          <a:solidFill>
            <a:srgbClr val="E7D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263412" y="2197616"/>
            <a:ext cx="5640405" cy="3043250"/>
          </a:xfrm>
          <a:prstGeom prst="rect">
            <a:avLst/>
          </a:prstGeom>
          <a:blipFill dpi="0" rotWithShape="1">
            <a:blip r:embed="rId2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1"/>
          <p:cNvSpPr txBox="1">
            <a:spLocks noChangeArrowheads="1"/>
          </p:cNvSpPr>
          <p:nvPr/>
        </p:nvSpPr>
        <p:spPr bwMode="auto">
          <a:xfrm>
            <a:off x="1486193" y="2967355"/>
            <a:ext cx="1349722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标题文字</a:t>
            </a:r>
          </a:p>
        </p:txBody>
      </p:sp>
      <p:sp>
        <p:nvSpPr>
          <p:cNvPr id="19" name="1"/>
          <p:cNvSpPr txBox="1">
            <a:spLocks noChangeArrowheads="1"/>
          </p:cNvSpPr>
          <p:nvPr/>
        </p:nvSpPr>
        <p:spPr bwMode="auto">
          <a:xfrm>
            <a:off x="1486194" y="3385958"/>
            <a:ext cx="2657853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just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</a:p>
        </p:txBody>
      </p:sp>
      <p:sp>
        <p:nvSpPr>
          <p:cNvPr id="21" name="quotation-marks_897"/>
          <p:cNvSpPr>
            <a:spLocks noChangeAspect="1"/>
          </p:cNvSpPr>
          <p:nvPr/>
        </p:nvSpPr>
        <p:spPr bwMode="auto">
          <a:xfrm>
            <a:off x="461242" y="1995214"/>
            <a:ext cx="889042" cy="761681"/>
          </a:xfrm>
          <a:custGeom>
            <a:avLst/>
            <a:gdLst>
              <a:gd name="connsiteX0" fmla="*/ 479725 w 558900"/>
              <a:gd name="connsiteY0" fmla="*/ 0 h 478835"/>
              <a:gd name="connsiteX1" fmla="*/ 479725 w 558900"/>
              <a:gd name="connsiteY1" fmla="*/ 133816 h 478835"/>
              <a:gd name="connsiteX2" fmla="*/ 419940 w 558900"/>
              <a:gd name="connsiteY2" fmla="*/ 217653 h 478835"/>
              <a:gd name="connsiteX3" fmla="*/ 419940 w 558900"/>
              <a:gd name="connsiteY3" fmla="*/ 259571 h 478835"/>
              <a:gd name="connsiteX4" fmla="*/ 558900 w 558900"/>
              <a:gd name="connsiteY4" fmla="*/ 259571 h 478835"/>
              <a:gd name="connsiteX5" fmla="*/ 558900 w 558900"/>
              <a:gd name="connsiteY5" fmla="*/ 478835 h 478835"/>
              <a:gd name="connsiteX6" fmla="*/ 298754 w 558900"/>
              <a:gd name="connsiteY6" fmla="*/ 478835 h 478835"/>
              <a:gd name="connsiteX7" fmla="*/ 298754 w 558900"/>
              <a:gd name="connsiteY7" fmla="*/ 259571 h 478835"/>
              <a:gd name="connsiteX8" fmla="*/ 479725 w 558900"/>
              <a:gd name="connsiteY8" fmla="*/ 0 h 478835"/>
              <a:gd name="connsiteX9" fmla="*/ 179355 w 558900"/>
              <a:gd name="connsiteY9" fmla="*/ 0 h 478835"/>
              <a:gd name="connsiteX10" fmla="*/ 179355 w 558900"/>
              <a:gd name="connsiteY10" fmla="*/ 133816 h 478835"/>
              <a:gd name="connsiteX11" fmla="*/ 119570 w 558900"/>
              <a:gd name="connsiteY11" fmla="*/ 217653 h 478835"/>
              <a:gd name="connsiteX12" fmla="*/ 119570 w 558900"/>
              <a:gd name="connsiteY12" fmla="*/ 259571 h 478835"/>
              <a:gd name="connsiteX13" fmla="*/ 260146 w 558900"/>
              <a:gd name="connsiteY13" fmla="*/ 259571 h 478835"/>
              <a:gd name="connsiteX14" fmla="*/ 260146 w 558900"/>
              <a:gd name="connsiteY14" fmla="*/ 478835 h 478835"/>
              <a:gd name="connsiteX15" fmla="*/ 0 w 558900"/>
              <a:gd name="connsiteY15" fmla="*/ 478835 h 478835"/>
              <a:gd name="connsiteX16" fmla="*/ 0 w 558900"/>
              <a:gd name="connsiteY16" fmla="*/ 259571 h 478835"/>
              <a:gd name="connsiteX17" fmla="*/ 179355 w 558900"/>
              <a:gd name="connsiteY17" fmla="*/ 0 h 478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58900" h="478835">
                <a:moveTo>
                  <a:pt x="479725" y="0"/>
                </a:moveTo>
                <a:lnTo>
                  <a:pt x="479725" y="133816"/>
                </a:lnTo>
                <a:cubicBezTo>
                  <a:pt x="419940" y="133816"/>
                  <a:pt x="419940" y="145102"/>
                  <a:pt x="419940" y="217653"/>
                </a:cubicBezTo>
                <a:lnTo>
                  <a:pt x="419940" y="259571"/>
                </a:lnTo>
                <a:lnTo>
                  <a:pt x="558900" y="259571"/>
                </a:lnTo>
                <a:lnTo>
                  <a:pt x="558900" y="478835"/>
                </a:lnTo>
                <a:lnTo>
                  <a:pt x="298754" y="478835"/>
                </a:lnTo>
                <a:lnTo>
                  <a:pt x="298754" y="259571"/>
                </a:lnTo>
                <a:cubicBezTo>
                  <a:pt x="298754" y="93510"/>
                  <a:pt x="339149" y="0"/>
                  <a:pt x="479725" y="0"/>
                </a:cubicBezTo>
                <a:close/>
                <a:moveTo>
                  <a:pt x="179355" y="0"/>
                </a:moveTo>
                <a:lnTo>
                  <a:pt x="179355" y="133816"/>
                </a:lnTo>
                <a:cubicBezTo>
                  <a:pt x="119570" y="133816"/>
                  <a:pt x="119570" y="145102"/>
                  <a:pt x="119570" y="217653"/>
                </a:cubicBezTo>
                <a:lnTo>
                  <a:pt x="119570" y="259571"/>
                </a:lnTo>
                <a:lnTo>
                  <a:pt x="260146" y="259571"/>
                </a:lnTo>
                <a:lnTo>
                  <a:pt x="260146" y="478835"/>
                </a:lnTo>
                <a:lnTo>
                  <a:pt x="0" y="478835"/>
                </a:lnTo>
                <a:lnTo>
                  <a:pt x="0" y="259571"/>
                </a:lnTo>
                <a:cubicBezTo>
                  <a:pt x="0" y="93510"/>
                  <a:pt x="40395" y="0"/>
                  <a:pt x="17935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</p:sp>
      <p:sp>
        <p:nvSpPr>
          <p:cNvPr id="10" name="文本框 9"/>
          <p:cNvSpPr txBox="1"/>
          <p:nvPr/>
        </p:nvSpPr>
        <p:spPr>
          <a:xfrm>
            <a:off x="967206" y="400332"/>
            <a:ext cx="161631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标题文字</a:t>
            </a:r>
            <a:endParaRPr lang="zh-CN" altLang="en-US" sz="2400" dirty="0">
              <a:solidFill>
                <a:srgbClr val="AD7B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19341" y="406474"/>
            <a:ext cx="448931" cy="430596"/>
            <a:chOff x="419341" y="406474"/>
            <a:chExt cx="448931" cy="430596"/>
          </a:xfrm>
        </p:grpSpPr>
        <p:sp>
          <p:nvSpPr>
            <p:cNvPr id="15" name="椭圆 14"/>
            <p:cNvSpPr/>
            <p:nvPr/>
          </p:nvSpPr>
          <p:spPr>
            <a:xfrm>
              <a:off x="419341" y="424806"/>
              <a:ext cx="412264" cy="412264"/>
            </a:xfrm>
            <a:prstGeom prst="ellipse">
              <a:avLst/>
            </a:prstGeom>
            <a:solidFill>
              <a:srgbClr val="BD95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662140" y="406474"/>
              <a:ext cx="206132" cy="206132"/>
            </a:xfrm>
            <a:prstGeom prst="ellipse">
              <a:avLst/>
            </a:prstGeom>
            <a:solidFill>
              <a:srgbClr val="E7D6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1069658" y="1453414"/>
            <a:ext cx="4215866" cy="4215866"/>
          </a:xfrm>
          <a:prstGeom prst="ellipse">
            <a:avLst/>
          </a:prstGeom>
          <a:solidFill>
            <a:srgbClr val="E7D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1"/>
          <p:cNvSpPr txBox="1">
            <a:spLocks noChangeArrowheads="1"/>
          </p:cNvSpPr>
          <p:nvPr/>
        </p:nvSpPr>
        <p:spPr bwMode="auto">
          <a:xfrm>
            <a:off x="1458395" y="2871567"/>
            <a:ext cx="3437774" cy="1661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  <a:r>
              <a:rPr lang="zh-CN" altLang="en-US" sz="12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419341" y="406474"/>
            <a:ext cx="448931" cy="430596"/>
            <a:chOff x="419341" y="406474"/>
            <a:chExt cx="448931" cy="430596"/>
          </a:xfrm>
        </p:grpSpPr>
        <p:sp>
          <p:nvSpPr>
            <p:cNvPr id="23" name="椭圆 22"/>
            <p:cNvSpPr/>
            <p:nvPr/>
          </p:nvSpPr>
          <p:spPr>
            <a:xfrm>
              <a:off x="419341" y="424806"/>
              <a:ext cx="412264" cy="412264"/>
            </a:xfrm>
            <a:prstGeom prst="ellipse">
              <a:avLst/>
            </a:prstGeom>
            <a:solidFill>
              <a:srgbClr val="BD95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662140" y="406474"/>
              <a:ext cx="206132" cy="206132"/>
            </a:xfrm>
            <a:prstGeom prst="ellipse">
              <a:avLst/>
            </a:prstGeom>
            <a:solidFill>
              <a:srgbClr val="E7D6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4" name="1"/>
          <p:cNvSpPr txBox="1">
            <a:spLocks noChangeArrowheads="1"/>
          </p:cNvSpPr>
          <p:nvPr/>
        </p:nvSpPr>
        <p:spPr bwMode="auto">
          <a:xfrm>
            <a:off x="2691110" y="2185333"/>
            <a:ext cx="972387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25" name="椭圆 24"/>
          <p:cNvSpPr/>
          <p:nvPr/>
        </p:nvSpPr>
        <p:spPr>
          <a:xfrm>
            <a:off x="6639878" y="1453414"/>
            <a:ext cx="4215866" cy="4215866"/>
          </a:xfrm>
          <a:prstGeom prst="ellipse">
            <a:avLst/>
          </a:prstGeom>
          <a:solidFill>
            <a:srgbClr val="BD9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1"/>
          <p:cNvSpPr txBox="1">
            <a:spLocks noChangeArrowheads="1"/>
          </p:cNvSpPr>
          <p:nvPr/>
        </p:nvSpPr>
        <p:spPr bwMode="auto">
          <a:xfrm>
            <a:off x="8261965" y="2185968"/>
            <a:ext cx="972387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3" name="1"/>
          <p:cNvSpPr txBox="1">
            <a:spLocks noChangeArrowheads="1"/>
          </p:cNvSpPr>
          <p:nvPr/>
        </p:nvSpPr>
        <p:spPr bwMode="auto">
          <a:xfrm>
            <a:off x="7029250" y="2871567"/>
            <a:ext cx="3437774" cy="1661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  <a:r>
              <a:rPr lang="zh-CN" altLang="en-US" sz="12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cs typeface="+mn-ea"/>
                <a:sym typeface="+mn-lt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67206" y="400332"/>
            <a:ext cx="161631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标题文字</a:t>
            </a:r>
            <a:endParaRPr lang="zh-CN" altLang="en-US" sz="2400" dirty="0">
              <a:solidFill>
                <a:srgbClr val="AD7B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/>
          <p:cNvSpPr/>
          <p:nvPr/>
        </p:nvSpPr>
        <p:spPr>
          <a:xfrm>
            <a:off x="5003690" y="4494211"/>
            <a:ext cx="2194632" cy="353943"/>
          </a:xfrm>
          <a:prstGeom prst="roundRect">
            <a:avLst>
              <a:gd name="adj" fmla="val 50000"/>
            </a:avLst>
          </a:prstGeom>
          <a:solidFill>
            <a:srgbClr val="BD9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AD7B82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271862" y="3109069"/>
            <a:ext cx="5646399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轻奢风水彩</a:t>
            </a:r>
            <a:r>
              <a:rPr lang="en-US" altLang="zh-CN" sz="2600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600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900445" y="3687061"/>
            <a:ext cx="641704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rgbClr val="AD7B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designer can use default text to simulate what text would look like. If it is not real text. A designer can use default text to simulate what text would look like.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161280" y="4502785"/>
            <a:ext cx="18827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 ：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185898" y="1992399"/>
            <a:ext cx="3851198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dirty="0">
                <a:gradFill>
                  <a:gsLst>
                    <a:gs pos="50000">
                      <a:srgbClr val="AD7B82">
                        <a:alpha val="80000"/>
                      </a:srgbClr>
                    </a:gs>
                    <a:gs pos="14000">
                      <a:srgbClr val="AD7B82"/>
                    </a:gs>
                    <a:gs pos="93000">
                      <a:srgbClr val="AD7B82">
                        <a:alpha val="0"/>
                      </a:srgbClr>
                    </a:gs>
                  </a:gsLst>
                  <a:lin ang="5400000" scaled="1"/>
                </a:gradFill>
                <a:latin typeface="方正悠宋体加粗" panose="02010600010101010101" charset="-122"/>
                <a:ea typeface="方正悠宋体加粗" panose="02010600010101010101" charset="-122"/>
              </a:rPr>
              <a:t>谢谢观看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1380</Words>
  <Application>Microsoft Office PowerPoint</Application>
  <PresentationFormat>宽屏</PresentationFormat>
  <Paragraphs>123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inpin heiti</vt:lpstr>
      <vt:lpstr>等线</vt:lpstr>
      <vt:lpstr>等线 Light</vt:lpstr>
      <vt:lpstr>方正悠宋体加粗</vt:lpstr>
      <vt:lpstr>微软雅黑</vt:lpstr>
      <vt:lpstr>字魂正文宋楷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BMI</dc:creator>
  <cp:lastModifiedBy>宗阳 李</cp:lastModifiedBy>
  <cp:revision>127</cp:revision>
  <dcterms:created xsi:type="dcterms:W3CDTF">2020-11-08T08:42:00Z</dcterms:created>
  <dcterms:modified xsi:type="dcterms:W3CDTF">2026-10-31T07:09:26Z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2052-11.1.0.10938</vt:lpwstr>
  </property>
  <property fmtid="{D5CDD505-2E9C-101B-9397-08002B2CF9AE}" pid="3" name="ICV">
    <vt:lpwstr>6495A6B068824AF5887590185872D5D8</vt:lpwstr>
  </property>
</Properties>
</file>